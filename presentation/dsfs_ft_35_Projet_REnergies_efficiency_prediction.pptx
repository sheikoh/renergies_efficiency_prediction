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6"/>
  </p:notesMasterIdLst>
  <p:sldIdLst>
    <p:sldId id="256" r:id="rId3"/>
    <p:sldId id="263" r:id="rId4"/>
    <p:sldId id="286" r:id="rId5"/>
    <p:sldId id="287" r:id="rId6"/>
    <p:sldId id="274" r:id="rId7"/>
    <p:sldId id="270" r:id="rId8"/>
    <p:sldId id="289" r:id="rId9"/>
    <p:sldId id="291" r:id="rId10"/>
    <p:sldId id="292" r:id="rId11"/>
    <p:sldId id="273" r:id="rId12"/>
    <p:sldId id="275" r:id="rId13"/>
    <p:sldId id="288" r:id="rId14"/>
    <p:sldId id="271" r:id="rId15"/>
  </p:sldIdLst>
  <p:sldSz cx="9144000" cy="5143500" type="screen16x9"/>
  <p:notesSz cx="6858000" cy="9144000"/>
  <p:embeddedFontLst>
    <p:embeddedFont>
      <p:font typeface="Inter" panose="020B0604020202020204" charset="0"/>
      <p:regular r:id="rId17"/>
      <p:bold r:id="rId18"/>
      <p:italic r:id="rId19"/>
      <p:boldItalic r:id="rId20"/>
    </p:embeddedFont>
    <p:embeddedFont>
      <p:font typeface="Inter Medium" panose="020B0604020202020204" charset="0"/>
      <p:regular r:id="rId21"/>
      <p:bold r:id="rId22"/>
      <p:italic r:id="rId23"/>
      <p:boldItalic r:id="rId24"/>
    </p:embeddedFont>
    <p:embeddedFont>
      <p:font typeface="Inter SemiBold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0E3449"/>
    <a:srgbClr val="415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79" dt="2025-11-19T19:00:19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72" autoAdjust="0"/>
  </p:normalViewPr>
  <p:slideViewPr>
    <p:cSldViewPr snapToGrid="0">
      <p:cViewPr varScale="1">
        <p:scale>
          <a:sx n="129" d="100"/>
          <a:sy n="129" d="100"/>
        </p:scale>
        <p:origin x="56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34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19T19:00:56.492" v="316"/>
      <pc:docMkLst>
        <pc:docMk/>
      </pc:docMkLst>
      <pc:sldChg chg="modSp mod">
        <pc:chgData name="Jean-Yves Vuillequez" userId="e7fac481abea6bd0" providerId="LiveId" clId="{79E365E8-22BC-4EC2-9606-9A9AC6CD1D22}" dt="2025-11-19T10:57:19.548" v="8" actId="20577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19T10:57:15.860" v="4" actId="20577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19T10:57:19.548" v="8" actId="20577"/>
          <ac:spMkLst>
            <pc:docMk/>
            <pc:sldMk cId="0" sldId="256"/>
            <ac:spMk id="57" creationId="{00000000-0000-0000-0000-000000000000}"/>
          </ac:spMkLst>
        </pc:spChg>
      </pc:sldChg>
      <pc:sldChg chg="delSp modSp add del mod">
        <pc:chgData name="Jean-Yves Vuillequez" userId="e7fac481abea6bd0" providerId="LiveId" clId="{79E365E8-22BC-4EC2-9606-9A9AC6CD1D22}" dt="2025-11-19T10:57:53.045" v="42" actId="20577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19T10:57:53.045" v="42" actId="20577"/>
          <ac:spMkLst>
            <pc:docMk/>
            <pc:sldMk cId="0" sldId="263"/>
            <ac:spMk id="61" creationId="{00000000-0000-0000-0000-000000000000}"/>
          </ac:spMkLst>
        </pc:spChg>
        <pc:picChg chg="del mod">
          <ac:chgData name="Jean-Yves Vuillequez" userId="e7fac481abea6bd0" providerId="LiveId" clId="{79E365E8-22BC-4EC2-9606-9A9AC6CD1D22}" dt="2025-11-19T10:57:28.093" v="13" actId="478"/>
          <ac:picMkLst>
            <pc:docMk/>
            <pc:sldMk cId="0" sldId="263"/>
            <ac:picMk id="5" creationId="{BF507C43-8C8F-F14C-A2E6-D966FC03A531}"/>
          </ac:picMkLst>
        </pc:picChg>
      </pc:sldChg>
      <pc:sldChg chg="del">
        <pc:chgData name="Jean-Yves Vuillequez" userId="e7fac481abea6bd0" providerId="LiveId" clId="{79E365E8-22BC-4EC2-9606-9A9AC6CD1D22}" dt="2025-11-19T10:57:21.256" v="9" actId="47"/>
        <pc:sldMkLst>
          <pc:docMk/>
          <pc:sldMk cId="0" sldId="26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0" sldId="265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868318443" sldId="26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44984178" sldId="267"/>
        </pc:sldMkLst>
      </pc:sldChg>
      <pc:sldChg chg="addSp delSp modSp mod">
        <pc:chgData name="Jean-Yves Vuillequez" userId="e7fac481abea6bd0" providerId="LiveId" clId="{79E365E8-22BC-4EC2-9606-9A9AC6CD1D22}" dt="2025-11-19T18:54:38.216" v="275" actId="20577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19T18:53:34.471" v="259" actId="404"/>
          <ac:spMkLst>
            <pc:docMk/>
            <pc:sldMk cId="0" sldId="270"/>
            <ac:spMk id="2" creationId="{A8AF3C33-4A88-5872-EAED-84B597DDCB98}"/>
          </ac:spMkLst>
        </pc:spChg>
        <pc:spChg chg="add del">
          <ac:chgData name="Jean-Yves Vuillequez" userId="e7fac481abea6bd0" providerId="LiveId" clId="{79E365E8-22BC-4EC2-9606-9A9AC6CD1D22}" dt="2025-11-19T15:27:31.625" v="178" actId="22"/>
          <ac:spMkLst>
            <pc:docMk/>
            <pc:sldMk cId="0" sldId="270"/>
            <ac:spMk id="5" creationId="{CFDEE9DF-9D18-D97C-5C14-CA1236A83E99}"/>
          </ac:spMkLst>
        </pc:spChg>
        <pc:spChg chg="mod">
          <ac:chgData name="Jean-Yves Vuillequez" userId="e7fac481abea6bd0" providerId="LiveId" clId="{79E365E8-22BC-4EC2-9606-9A9AC6CD1D22}" dt="2025-11-19T18:54:38.216" v="275" actId="20577"/>
          <ac:spMkLst>
            <pc:docMk/>
            <pc:sldMk cId="0" sldId="270"/>
            <ac:spMk id="178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19T11:00:50.475" v="83" actId="14100"/>
          <ac:spMkLst>
            <pc:docMk/>
            <pc:sldMk cId="0" sldId="270"/>
            <ac:spMk id="181" creationId="{00000000-0000-0000-0000-000000000000}"/>
          </ac:spMkLst>
        </pc:spChg>
        <pc:spChg chg="del">
          <ac:chgData name="Jean-Yves Vuillequez" userId="e7fac481abea6bd0" providerId="LiveId" clId="{79E365E8-22BC-4EC2-9606-9A9AC6CD1D22}" dt="2025-11-19T11:00:46.457" v="81" actId="478"/>
          <ac:spMkLst>
            <pc:docMk/>
            <pc:sldMk cId="0" sldId="270"/>
            <ac:spMk id="182" creationId="{00000000-0000-0000-0000-000000000000}"/>
          </ac:spMkLst>
        </pc:spChg>
        <pc:picChg chg="add del">
          <ac:chgData name="Jean-Yves Vuillequez" userId="e7fac481abea6bd0" providerId="LiveId" clId="{79E365E8-22BC-4EC2-9606-9A9AC6CD1D22}" dt="2025-11-19T11:04:20.428" v="92" actId="22"/>
          <ac:picMkLst>
            <pc:docMk/>
            <pc:sldMk cId="0" sldId="270"/>
            <ac:picMk id="3" creationId="{385EAD59-F5EF-433F-E72D-66416F21249B}"/>
          </ac:picMkLst>
        </pc:picChg>
      </pc:sldChg>
      <pc:sldChg chg="del">
        <pc:chgData name="Jean-Yves Vuillequez" userId="e7fac481abea6bd0" providerId="LiveId" clId="{79E365E8-22BC-4EC2-9606-9A9AC6CD1D22}" dt="2025-11-19T14:02:01.719" v="119" actId="47"/>
        <pc:sldMkLst>
          <pc:docMk/>
          <pc:sldMk cId="2182015625" sldId="272"/>
        </pc:sldMkLst>
      </pc:sldChg>
      <pc:sldChg chg="add del">
        <pc:chgData name="Jean-Yves Vuillequez" userId="e7fac481abea6bd0" providerId="LiveId" clId="{79E365E8-22BC-4EC2-9606-9A9AC6CD1D22}" dt="2025-11-19T14:02:17.709" v="121" actId="47"/>
        <pc:sldMkLst>
          <pc:docMk/>
          <pc:sldMk cId="1023234914" sldId="273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delSp modSp del mod delAnim">
        <pc:chgData name="Jean-Yves Vuillequez" userId="e7fac481abea6bd0" providerId="LiveId" clId="{79E365E8-22BC-4EC2-9606-9A9AC6CD1D22}" dt="2025-11-19T11:00:27.703" v="73" actId="2696"/>
        <pc:sldMkLst>
          <pc:docMk/>
          <pc:sldMk cId="76015710" sldId="274"/>
        </pc:sldMkLst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" creationId="{88A106DF-7A83-DB85-D675-3B89338AAC0D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9" creationId="{0EA1EBA7-5A55-2DB4-2AAA-7181ADF95728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0" creationId="{A409361B-330D-D2A5-D967-903166D5DAE4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1" creationId="{F0A9E65F-DDDA-6923-AE09-42C784AB054A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5" creationId="{60EA83CE-862E-0716-7D4B-D10594298AF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7" creationId="{8304CF66-5C77-FB70-A0AB-14108326AAF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0" creationId="{4E85C3F7-9A4B-4403-40BA-E16E7B8AA37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1" creationId="{D4DF20D5-B823-CD4C-6253-AA52E542825B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8" creationId="{BB03DB3F-AABC-78B6-177C-8257943D252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46" creationId="{322DB39E-A9B2-B285-9879-968293AD4F66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1" creationId="{0CF2B953-3A17-D1D1-0C1F-3CC46B1E9440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4" creationId="{B4290750-3B48-DB32-F34D-A5ED50FB2781}"/>
          </ac:spMkLst>
        </pc:spChg>
        <pc:spChg chg="del">
          <ac:chgData name="Jean-Yves Vuillequez" userId="e7fac481abea6bd0" providerId="LiveId" clId="{79E365E8-22BC-4EC2-9606-9A9AC6CD1D22}" dt="2025-11-19T10:58:33.360" v="48" actId="478"/>
          <ac:spMkLst>
            <pc:docMk/>
            <pc:sldMk cId="76015710" sldId="274"/>
            <ac:spMk id="55" creationId="{0E6AC91E-885F-D28E-5599-E7B82E56269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64" creationId="{AB510ECB-2555-D6DB-1542-96D0D3B9EEC4}"/>
          </ac:spMkLst>
        </pc:spChg>
      </pc:sldChg>
      <pc:sldChg chg="addSp delSp modSp add mod ord">
        <pc:chgData name="Jean-Yves Vuillequez" userId="e7fac481abea6bd0" providerId="LiveId" clId="{79E365E8-22BC-4EC2-9606-9A9AC6CD1D22}" dt="2025-11-19T18:14:49.805" v="213" actId="1076"/>
        <pc:sldMkLst>
          <pc:docMk/>
          <pc:sldMk cId="1821755839" sldId="274"/>
        </pc:sldMkLst>
        <pc:spChg chg="add del">
          <ac:chgData name="Jean-Yves Vuillequez" userId="e7fac481abea6bd0" providerId="LiveId" clId="{79E365E8-22BC-4EC2-9606-9A9AC6CD1D22}" dt="2025-11-19T15:21:25.434" v="149" actId="22"/>
          <ac:spMkLst>
            <pc:docMk/>
            <pc:sldMk cId="1821755839" sldId="274"/>
            <ac:spMk id="5" creationId="{42ECEDB8-E4FE-DAD1-959E-CE1C852FF3B7}"/>
          </ac:spMkLst>
        </pc:spChg>
        <pc:spChg chg="add del">
          <ac:chgData name="Jean-Yves Vuillequez" userId="e7fac481abea6bd0" providerId="LiveId" clId="{79E365E8-22BC-4EC2-9606-9A9AC6CD1D22}" dt="2025-11-19T15:25:59.512" v="172" actId="22"/>
          <ac:spMkLst>
            <pc:docMk/>
            <pc:sldMk cId="1821755839" sldId="274"/>
            <ac:spMk id="7" creationId="{A1088045-42F5-FD97-ED83-6AEF73316F36}"/>
          </ac:spMkLst>
        </pc:spChg>
        <pc:spChg chg="add del">
          <ac:chgData name="Jean-Yves Vuillequez" userId="e7fac481abea6bd0" providerId="LiveId" clId="{79E365E8-22BC-4EC2-9606-9A9AC6CD1D22}" dt="2025-11-19T15:31:05.378" v="184" actId="22"/>
          <ac:spMkLst>
            <pc:docMk/>
            <pc:sldMk cId="1821755839" sldId="274"/>
            <ac:spMk id="9" creationId="{C85936DC-7A36-C7FD-89BC-2AF218A582C2}"/>
          </ac:spMkLst>
        </pc:spChg>
        <pc:spChg chg="mod">
          <ac:chgData name="Jean-Yves Vuillequez" userId="e7fac481abea6bd0" providerId="LiveId" clId="{79E365E8-22BC-4EC2-9606-9A9AC6CD1D22}" dt="2025-11-19T18:14:44.682" v="212" actId="20577"/>
          <ac:spMkLst>
            <pc:docMk/>
            <pc:sldMk cId="1821755839" sldId="274"/>
            <ac:spMk id="96" creationId="{E0E7B8E7-F933-D99A-FC55-A7E0AFDF3556}"/>
          </ac:spMkLst>
        </pc:spChg>
        <pc:picChg chg="add mod">
          <ac:chgData name="Jean-Yves Vuillequez" userId="e7fac481abea6bd0" providerId="LiveId" clId="{79E365E8-22BC-4EC2-9606-9A9AC6CD1D22}" dt="2025-11-19T18:14:49.805" v="213" actId="1076"/>
          <ac:picMkLst>
            <pc:docMk/>
            <pc:sldMk cId="1821755839" sldId="274"/>
            <ac:picMk id="3" creationId="{B2469126-D060-A3A0-24FE-3940B83EED58}"/>
          </ac:picMkLst>
        </pc:picChg>
        <pc:picChg chg="add mod">
          <ac:chgData name="Jean-Yves Vuillequez" userId="e7fac481abea6bd0" providerId="LiveId" clId="{79E365E8-22BC-4EC2-9606-9A9AC6CD1D22}" dt="2025-11-19T15:31:23.550" v="194" actId="1076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19T15:31:22.560" v="193" actId="1076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19T15:31:21.682" v="192" actId="1076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19T15:31:20.951" v="191" actId="1076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19T15:31:20.132" v="190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19T15:31:19.120" v="189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19T15:31:17.953" v="188" actId="1076"/>
          <ac:picMkLst>
            <pc:docMk/>
            <pc:sldMk cId="1821755839" sldId="274"/>
            <ac:picMk id="1038" creationId="{1B3822DD-A0E9-A37F-0DE9-40781F1C3DF4}"/>
          </ac:picMkLst>
        </pc:picChg>
      </pc:sldChg>
      <pc:sldChg chg="modSp del mod">
        <pc:chgData name="Jean-Yves Vuillequez" userId="e7fac481abea6bd0" providerId="LiveId" clId="{79E365E8-22BC-4EC2-9606-9A9AC6CD1D22}" dt="2025-11-19T11:00:27.703" v="73" actId="2696"/>
        <pc:sldMkLst>
          <pc:docMk/>
          <pc:sldMk cId="4075992510" sldId="275"/>
        </pc:sldMkLst>
        <pc:spChg chg="mod">
          <ac:chgData name="Jean-Yves Vuillequez" userId="e7fac481abea6bd0" providerId="LiveId" clId="{79E365E8-22BC-4EC2-9606-9A9AC6CD1D22}" dt="2025-11-19T10:58:13.405" v="45" actId="20577"/>
          <ac:spMkLst>
            <pc:docMk/>
            <pc:sldMk cId="4075992510" sldId="275"/>
            <ac:spMk id="13" creationId="{A4E917A3-F694-3B96-CCCF-E8B993CF7914}"/>
          </ac:spMkLst>
        </pc:spChg>
        <pc:graphicFrameChg chg="modGraphic">
          <ac:chgData name="Jean-Yves Vuillequez" userId="e7fac481abea6bd0" providerId="LiveId" clId="{79E365E8-22BC-4EC2-9606-9A9AC6CD1D22}" dt="2025-11-19T10:58:19.644" v="46" actId="6549"/>
          <ac:graphicFrameMkLst>
            <pc:docMk/>
            <pc:sldMk cId="4075992510" sldId="275"/>
            <ac:graphicFrameMk id="2" creationId="{B369D15F-B77E-9E89-4E59-4FB8C96A6FDE}"/>
          </ac:graphicFrameMkLst>
        </pc:graphicFrameChg>
      </pc:sldChg>
      <pc:sldChg chg="addSp delSp modSp add mod ord">
        <pc:chgData name="Jean-Yves Vuillequez" userId="e7fac481abea6bd0" providerId="LiveId" clId="{79E365E8-22BC-4EC2-9606-9A9AC6CD1D22}" dt="2025-11-19T14:03:15.846" v="127"/>
        <pc:sldMkLst>
          <pc:docMk/>
          <pc:sldMk cId="4088050223" sldId="275"/>
        </pc:sldMkLst>
        <pc:spChg chg="add del">
          <ac:chgData name="Jean-Yves Vuillequez" userId="e7fac481abea6bd0" providerId="LiveId" clId="{79E365E8-22BC-4EC2-9606-9A9AC6CD1D22}" dt="2025-11-19T11:01:19.282" v="90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19T11:01:19.282" v="90" actId="478"/>
          <ac:spMkLst>
            <pc:docMk/>
            <pc:sldMk cId="4088050223" sldId="275"/>
            <ac:spMk id="14" creationId="{6490E61E-43C0-47B3-660A-106B5E881ADD}"/>
          </ac:spMkLst>
        </pc:spChg>
        <pc:graphicFrameChg chg="mod modGraphic">
          <ac:chgData name="Jean-Yves Vuillequez" userId="e7fac481abea6bd0" providerId="LiveId" clId="{79E365E8-22BC-4EC2-9606-9A9AC6CD1D22}" dt="2025-11-19T11:01:13.345" v="88" actId="2161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del">
        <pc:chgData name="Jean-Yves Vuillequez" userId="e7fac481abea6bd0" providerId="LiveId" clId="{79E365E8-22BC-4EC2-9606-9A9AC6CD1D22}" dt="2025-11-19T10:58:46.543" v="50" actId="47"/>
        <pc:sldMkLst>
          <pc:docMk/>
          <pc:sldMk cId="4260295178" sldId="27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782134582" sldId="280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379059680" sldId="281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308464095" sldId="282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541112122" sldId="283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746995239" sldId="28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02082869" sldId="285"/>
        </pc:sldMkLst>
      </pc:sldChg>
      <pc:sldChg chg="addSp delSp modSp mod delAnim">
        <pc:chgData name="Jean-Yves Vuillequez" userId="e7fac481abea6bd0" providerId="LiveId" clId="{79E365E8-22BC-4EC2-9606-9A9AC6CD1D22}" dt="2025-11-19T18:14:17.398" v="198"/>
        <pc:sldMkLst>
          <pc:docMk/>
          <pc:sldMk cId="406580661" sldId="286"/>
        </pc:sldMkLst>
        <pc:spChg chg="add del mod">
          <ac:chgData name="Jean-Yves Vuillequez" userId="e7fac481abea6bd0" providerId="LiveId" clId="{79E365E8-22BC-4EC2-9606-9A9AC6CD1D22}" dt="2025-11-19T15:04:10.897" v="143" actId="478"/>
          <ac:spMkLst>
            <pc:docMk/>
            <pc:sldMk cId="406580661" sldId="286"/>
            <ac:spMk id="3" creationId="{C43968D4-0691-98E3-02E7-DB654E7392F3}"/>
          </ac:spMkLst>
        </pc:spChg>
        <pc:spChg chg="add mod">
          <ac:chgData name="Jean-Yves Vuillequez" userId="e7fac481abea6bd0" providerId="LiveId" clId="{79E365E8-22BC-4EC2-9606-9A9AC6CD1D22}" dt="2025-11-19T15:04:11.263" v="144"/>
          <ac:spMkLst>
            <pc:docMk/>
            <pc:sldMk cId="406580661" sldId="286"/>
            <ac:spMk id="4" creationId="{0649B650-4A2A-7387-5E59-6EEF0B39EF13}"/>
          </ac:spMkLst>
        </pc:spChg>
        <pc:spChg chg="del">
          <ac:chgData name="Jean-Yves Vuillequez" userId="e7fac481abea6bd0" providerId="LiveId" clId="{79E365E8-22BC-4EC2-9606-9A9AC6CD1D22}" dt="2025-11-19T15:03:54.191" v="140" actId="478"/>
          <ac:spMkLst>
            <pc:docMk/>
            <pc:sldMk cId="406580661" sldId="286"/>
            <ac:spMk id="69" creationId="{2DFE67F9-5520-F4B8-B6C5-40C9605525B6}"/>
          </ac:spMkLst>
        </pc:spChg>
        <pc:spChg chg="mod">
          <ac:chgData name="Jean-Yves Vuillequez" userId="e7fac481abea6bd0" providerId="LiveId" clId="{79E365E8-22BC-4EC2-9606-9A9AC6CD1D22}" dt="2025-11-19T18:14:17.398" v="198"/>
          <ac:spMkLst>
            <pc:docMk/>
            <pc:sldMk cId="406580661" sldId="286"/>
            <ac:spMk id="70" creationId="{6C332C7A-0C1B-7002-DD8F-E4EB26F3199D}"/>
          </ac:spMkLst>
        </pc:spChg>
        <pc:spChg chg="del mod">
          <ac:chgData name="Jean-Yves Vuillequez" userId="e7fac481abea6bd0" providerId="LiveId" clId="{79E365E8-22BC-4EC2-9606-9A9AC6CD1D22}" dt="2025-11-19T15:04:08.497" v="142" actId="478"/>
          <ac:spMkLst>
            <pc:docMk/>
            <pc:sldMk cId="406580661" sldId="286"/>
            <ac:spMk id="73" creationId="{1362DE8B-B008-E6AB-C9CD-6095A12B8D39}"/>
          </ac:spMkLst>
        </pc:spChg>
        <pc:spChg chg="del mod">
          <ac:chgData name="Jean-Yves Vuillequez" userId="e7fac481abea6bd0" providerId="LiveId" clId="{79E365E8-22BC-4EC2-9606-9A9AC6CD1D22}" dt="2025-11-19T15:03:54.191" v="140" actId="478"/>
          <ac:spMkLst>
            <pc:docMk/>
            <pc:sldMk cId="406580661" sldId="286"/>
            <ac:spMk id="74" creationId="{594EF5A4-95A8-DB9E-307C-92C5044EEF3F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5" creationId="{2DA76B5D-5507-C433-3A50-BA24AFDD5759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6" creationId="{0D0BEA13-407D-BB40-EDD4-89543044A7D8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7" creationId="{4B2D55FD-E6CB-F70B-1A6D-C59E9EAB43E2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8" creationId="{EE57DF56-19D6-5F9D-623C-FD197620AB38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9" creationId="{9872CB08-4753-4C4E-189F-43C9459E961D}"/>
          </ac:spMkLst>
        </pc:spChg>
      </pc:sldChg>
      <pc:sldChg chg="add">
        <pc:chgData name="Jean-Yves Vuillequez" userId="e7fac481abea6bd0" providerId="LiveId" clId="{79E365E8-22BC-4EC2-9606-9A9AC6CD1D22}" dt="2025-11-19T18:13:59.246" v="195"/>
        <pc:sldMkLst>
          <pc:docMk/>
          <pc:sldMk cId="3647836335" sldId="287"/>
        </pc:sldMkLst>
      </pc:sldChg>
      <pc:sldChg chg="add del">
        <pc:chgData name="Jean-Yves Vuillequez" userId="e7fac481abea6bd0" providerId="LiveId" clId="{79E365E8-22BC-4EC2-9606-9A9AC6CD1D22}" dt="2025-11-19T18:14:09.212" v="197"/>
        <pc:sldMkLst>
          <pc:docMk/>
          <pc:sldMk cId="919858653" sldId="288"/>
        </pc:sldMkLst>
      </pc:sldChg>
      <pc:sldChg chg="modSp add mod">
        <pc:chgData name="Jean-Yves Vuillequez" userId="e7fac481abea6bd0" providerId="LiveId" clId="{79E365E8-22BC-4EC2-9606-9A9AC6CD1D22}" dt="2025-11-19T18:55:15.393" v="295" actId="20577"/>
        <pc:sldMkLst>
          <pc:docMk/>
          <pc:sldMk cId="4156271710" sldId="288"/>
        </pc:sldMkLst>
        <pc:spChg chg="mod">
          <ac:chgData name="Jean-Yves Vuillequez" userId="e7fac481abea6bd0" providerId="LiveId" clId="{79E365E8-22BC-4EC2-9606-9A9AC6CD1D22}" dt="2025-11-19T18:55:15.393" v="295" actId="20577"/>
          <ac:spMkLst>
            <pc:docMk/>
            <pc:sldMk cId="4156271710" sldId="288"/>
            <ac:spMk id="96" creationId="{9496F4BA-6570-B121-53B0-E4B792AFAF9D}"/>
          </ac:spMkLst>
        </pc:spChg>
      </pc:sldChg>
      <pc:sldChg chg="modSp add mod">
        <pc:chgData name="Jean-Yves Vuillequez" userId="e7fac481abea6bd0" providerId="LiveId" clId="{79E365E8-22BC-4EC2-9606-9A9AC6CD1D22}" dt="2025-11-19T18:58:26.595" v="299" actId="20577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19T18:58:26.595" v="299" actId="20577"/>
          <ac:spMkLst>
            <pc:docMk/>
            <pc:sldMk cId="2290935718" sldId="289"/>
            <ac:spMk id="2" creationId="{EBF06A3A-1FD1-62CC-FA82-868DA8F80F0D}"/>
          </ac:spMkLst>
        </pc:spChg>
      </pc:sldChg>
      <pc:sldChg chg="modSp add del">
        <pc:chgData name="Jean-Yves Vuillequez" userId="e7fac481abea6bd0" providerId="LiveId" clId="{79E365E8-22BC-4EC2-9606-9A9AC6CD1D22}" dt="2025-11-19T18:59:08.937" v="303" actId="47"/>
        <pc:sldMkLst>
          <pc:docMk/>
          <pc:sldMk cId="3738511160" sldId="290"/>
        </pc:sldMkLst>
        <pc:spChg chg="mod">
          <ac:chgData name="Jean-Yves Vuillequez" userId="e7fac481abea6bd0" providerId="LiveId" clId="{79E365E8-22BC-4EC2-9606-9A9AC6CD1D22}" dt="2025-11-19T18:59:02.352" v="301"/>
          <ac:spMkLst>
            <pc:docMk/>
            <pc:sldMk cId="3738511160" sldId="290"/>
            <ac:spMk id="70" creationId="{4B63368A-49D0-EF4C-D66D-6EEF2743BE0B}"/>
          </ac:spMkLst>
        </pc:spChg>
      </pc:sldChg>
      <pc:sldChg chg="modSp add mod">
        <pc:chgData name="Jean-Yves Vuillequez" userId="e7fac481abea6bd0" providerId="LiveId" clId="{79E365E8-22BC-4EC2-9606-9A9AC6CD1D22}" dt="2025-11-19T18:59:44.002" v="310" actId="20577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19T18:59:44.002" v="310" actId="20577"/>
          <ac:spMkLst>
            <pc:docMk/>
            <pc:sldMk cId="3332770" sldId="291"/>
            <ac:spMk id="2" creationId="{010F41C2-7624-67DE-B008-1F392C11A870}"/>
          </ac:spMkLst>
        </pc:spChg>
        <pc:spChg chg="mod">
          <ac:chgData name="Jean-Yves Vuillequez" userId="e7fac481abea6bd0" providerId="LiveId" clId="{79E365E8-22BC-4EC2-9606-9A9AC6CD1D22}" dt="2025-11-19T18:59:32.221" v="307" actId="20577"/>
          <ac:spMkLst>
            <pc:docMk/>
            <pc:sldMk cId="3332770" sldId="291"/>
            <ac:spMk id="178" creationId="{1DE246AA-5B17-33A5-5EF2-125E8EA81EFC}"/>
          </ac:spMkLst>
        </pc:spChg>
      </pc:sldChg>
      <pc:sldChg chg="modSp add mod ord">
        <pc:chgData name="Jean-Yves Vuillequez" userId="e7fac481abea6bd0" providerId="LiveId" clId="{79E365E8-22BC-4EC2-9606-9A9AC6CD1D22}" dt="2025-11-19T19:00:56.492" v="316"/>
        <pc:sldMkLst>
          <pc:docMk/>
          <pc:sldMk cId="3315518580" sldId="292"/>
        </pc:sldMkLst>
        <pc:spChg chg="mod">
          <ac:chgData name="Jean-Yves Vuillequez" userId="e7fac481abea6bd0" providerId="LiveId" clId="{79E365E8-22BC-4EC2-9606-9A9AC6CD1D22}" dt="2025-11-19T19:00:56.492" v="316"/>
          <ac:spMkLst>
            <pc:docMk/>
            <pc:sldMk cId="3315518580" sldId="292"/>
            <ac:spMk id="70" creationId="{C70766F9-707C-9B0E-5A17-F03AA1792E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Collecte des données</a:t>
            </a:r>
          </a:p>
          <a:p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r>
              <a:rPr lang="fr-FR" dirty="0"/>
              <a:t>Données satellite Landsat (USGS)</a:t>
            </a:r>
          </a:p>
          <a:p>
            <a:r>
              <a:rPr lang="fr-FR" dirty="0"/>
              <a:t>Historique RTE</a:t>
            </a:r>
          </a:p>
          <a:p>
            <a:r>
              <a:rPr lang="fr-FR" dirty="0"/>
              <a:t>Données solaires locales</a:t>
            </a:r>
          </a:p>
          <a:p>
            <a:r>
              <a:rPr lang="fr-FR" b="1" dirty="0"/>
              <a:t>2. Préparation &amp; nettoyage</a:t>
            </a:r>
          </a:p>
          <a:p>
            <a:r>
              <a:rPr lang="fr-FR" dirty="0"/>
              <a:t>Standardisation</a:t>
            </a:r>
          </a:p>
          <a:p>
            <a:r>
              <a:rPr lang="fr-FR" dirty="0"/>
              <a:t>Alignement temporel</a:t>
            </a:r>
          </a:p>
          <a:p>
            <a:r>
              <a:rPr lang="fr-FR" dirty="0"/>
              <a:t>Filtrage géographique Rhône-Alpes</a:t>
            </a:r>
          </a:p>
          <a:p>
            <a:r>
              <a:rPr lang="fr-FR" dirty="0"/>
              <a:t>Mise en qualité</a:t>
            </a:r>
          </a:p>
          <a:p>
            <a:r>
              <a:rPr lang="fr-FR" b="1" dirty="0"/>
              <a:t>3. Entraînement &amp; suivi du modèle</a:t>
            </a:r>
          </a:p>
          <a:p>
            <a:r>
              <a:rPr lang="fr-FR" dirty="0"/>
              <a:t>Entraînement local</a:t>
            </a:r>
          </a:p>
          <a:p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r>
              <a:rPr lang="fr-FR" b="1" dirty="0"/>
              <a:t>4. API &amp; Application</a:t>
            </a:r>
          </a:p>
          <a:p>
            <a:r>
              <a:rPr lang="fr-FR" dirty="0"/>
              <a:t>Modèle servi via une API</a:t>
            </a:r>
          </a:p>
          <a:p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CE63EF6-BA38-E777-7277-94A78FCC7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EDFA7591-57EE-39C3-396E-41983A0C66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797F6B80-C15B-74BE-046E-487BB7806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0897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5" y="2182215"/>
            <a:ext cx="6478200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xxxxx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2929781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xxxx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Xxxxxxx</a:t>
            </a: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XXXXXXXX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b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b="1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0649B650-4A2A-7387-5E59-6EEF0B39EF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 b="1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Pitch</a:t>
            </a:r>
            <a:endParaRPr sz="2500" b="1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sz="2500" b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Process et pipeline data</a:t>
            </a:r>
            <a:endParaRPr lang="it-IT"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0302C705-EB34-55B3-983C-81DA8BD2027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2469126-D060-A3A0-24FE-3940B83EED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664" y="868756"/>
            <a:ext cx="7355393" cy="3933854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968" y="3152805"/>
            <a:ext cx="1080840" cy="1080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911" y="2285310"/>
            <a:ext cx="1470313" cy="84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968" y="1643023"/>
            <a:ext cx="1008072" cy="736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A62D0C-7533-F64F-5205-AC2C6EB16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6004" y="1117302"/>
            <a:ext cx="48595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7987" y="499821"/>
            <a:ext cx="656034" cy="656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5557" y="-23982"/>
            <a:ext cx="905699" cy="654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213" y="-560638"/>
            <a:ext cx="1783953" cy="654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b="1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b="1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b="1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8D7506E9-F193-B7D8-1AC3-28B8647B84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b="1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b="1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CDF36CC3-8438-C6F0-3E01-EC79EEB76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  <a:endParaRPr lang="it-IT" sz="25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B369D15F-B77E-9E89-4E59-4FB8C96A6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31957"/>
              </p:ext>
            </p:extLst>
          </p:nvPr>
        </p:nvGraphicFramePr>
        <p:xfrm>
          <a:off x="463375" y="2145111"/>
          <a:ext cx="8283386" cy="2313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Volumétrie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i="0" u="none" strike="noStrike" cap="none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  <p:sp>
        <p:nvSpPr>
          <p:cNvPr id="12" name="Google Shape;69;p3">
            <a:extLst>
              <a:ext uri="{FF2B5EF4-FFF2-40B4-BE49-F238E27FC236}">
                <a16:creationId xmlns:a16="http://schemas.microsoft.com/office/drawing/2014/main" id="{97F78E0E-BF81-816F-84D0-69489BA603AA}"/>
              </a:ext>
            </a:extLst>
          </p:cNvPr>
          <p:cNvSpPr/>
          <p:nvPr/>
        </p:nvSpPr>
        <p:spPr>
          <a:xfrm>
            <a:off x="463375" y="1232729"/>
            <a:ext cx="8283386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A4E917A3-F694-3B96-CCCF-E8B993CF7914}"/>
              </a:ext>
            </a:extLst>
          </p:cNvPr>
          <p:cNvSpPr txBox="1">
            <a:spLocks/>
          </p:cNvSpPr>
          <p:nvPr/>
        </p:nvSpPr>
        <p:spPr>
          <a:xfrm>
            <a:off x="397239" y="1137125"/>
            <a:ext cx="846609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SzPct val="100000"/>
            </a:pPr>
            <a:endParaRPr lang="fr-FR" sz="1200" b="1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490E61E-43C0-47B3-660A-106B5E881ADD}"/>
              </a:ext>
            </a:extLst>
          </p:cNvPr>
          <p:cNvSpPr/>
          <p:nvPr/>
        </p:nvSpPr>
        <p:spPr>
          <a:xfrm>
            <a:off x="280666" y="1116156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5502F99-93DB-8DFA-76CF-8058851E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9496F4BA-6570-B121-53B0-E4B792AFAF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b="1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Suivi de projet</a:t>
            </a:r>
            <a:endParaRPr lang="it-IT"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B5B75142-6FD9-DC97-8DE0-97A98A07E6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07D4AC0C-128C-68D9-2B41-BA0AF3958438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775F0AF-38B3-FEEF-E777-FA7976DF9346}"/>
              </a:ext>
            </a:extLst>
          </p:cNvPr>
          <p:cNvGraphicFramePr>
            <a:graphicFrameLocks noGrp="1"/>
          </p:cNvGraphicFramePr>
          <p:nvPr/>
        </p:nvGraphicFramePr>
        <p:xfrm>
          <a:off x="463375" y="2145111"/>
          <a:ext cx="8283386" cy="2313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Volumétrie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i="0" u="none" strike="noStrike" cap="none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  <p:sp>
        <p:nvSpPr>
          <p:cNvPr id="12" name="Google Shape;69;p3">
            <a:extLst>
              <a:ext uri="{FF2B5EF4-FFF2-40B4-BE49-F238E27FC236}">
                <a16:creationId xmlns:a16="http://schemas.microsoft.com/office/drawing/2014/main" id="{740BA0CF-4FE4-694B-1E0A-549DC46AD2EB}"/>
              </a:ext>
            </a:extLst>
          </p:cNvPr>
          <p:cNvSpPr/>
          <p:nvPr/>
        </p:nvSpPr>
        <p:spPr>
          <a:xfrm>
            <a:off x="463375" y="1232729"/>
            <a:ext cx="8283386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8F7E0CE5-A523-1A49-46A7-9DF1818C9F76}"/>
              </a:ext>
            </a:extLst>
          </p:cNvPr>
          <p:cNvSpPr txBox="1">
            <a:spLocks/>
          </p:cNvSpPr>
          <p:nvPr/>
        </p:nvSpPr>
        <p:spPr>
          <a:xfrm>
            <a:off x="397239" y="1137125"/>
            <a:ext cx="846609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SzPct val="100000"/>
            </a:pPr>
            <a:endParaRPr lang="fr-FR" sz="1200" b="1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4AFD23F-A289-A5AF-3AE9-C30CBA50B293}"/>
              </a:ext>
            </a:extLst>
          </p:cNvPr>
          <p:cNvSpPr/>
          <p:nvPr/>
        </p:nvSpPr>
        <p:spPr>
          <a:xfrm>
            <a:off x="280666" y="1116156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15627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138</Words>
  <Application>Microsoft Office PowerPoint</Application>
  <PresentationFormat>Affichage à l'écran (16:9)</PresentationFormat>
  <Paragraphs>58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Inter Medium</vt:lpstr>
      <vt:lpstr>Inter SemiBold</vt:lpstr>
      <vt:lpstr>Inter</vt:lpstr>
      <vt:lpstr>Simple Light</vt:lpstr>
      <vt:lpstr>1_Simple Light</vt:lpstr>
      <vt:lpstr>xxxxx</vt:lpstr>
      <vt:lpstr>Group members</vt:lpstr>
      <vt:lpstr>Contexte et problématique</vt:lpstr>
      <vt:lpstr>Pitch</vt:lpstr>
      <vt:lpstr>Process et pipeline data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Sources de données</vt:lpstr>
      <vt:lpstr>Suivi de projet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2</cp:revision>
  <dcterms:modified xsi:type="dcterms:W3CDTF">2025-11-19T19:01:00Z</dcterms:modified>
</cp:coreProperties>
</file>