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7"/>
  </p:notesMasterIdLst>
  <p:sldIdLst>
    <p:sldId id="256" r:id="rId3"/>
    <p:sldId id="263" r:id="rId4"/>
    <p:sldId id="286" r:id="rId5"/>
    <p:sldId id="287" r:id="rId6"/>
    <p:sldId id="274" r:id="rId7"/>
    <p:sldId id="270" r:id="rId8"/>
    <p:sldId id="293" r:id="rId9"/>
    <p:sldId id="289" r:id="rId10"/>
    <p:sldId id="291" r:id="rId11"/>
    <p:sldId id="292" r:id="rId12"/>
    <p:sldId id="273" r:id="rId13"/>
    <p:sldId id="275" r:id="rId14"/>
    <p:sldId id="288" r:id="rId15"/>
    <p:sldId id="271" r:id="rId16"/>
  </p:sldIdLst>
  <p:sldSz cx="9144000" cy="5143500" type="screen16x9"/>
  <p:notesSz cx="6858000" cy="9144000"/>
  <p:embeddedFontLst>
    <p:embeddedFont>
      <p:font typeface="Inter" panose="020B0604020202020204" charset="0"/>
      <p:regular r:id="rId18"/>
      <p:bold r:id="rId19"/>
      <p:italic r:id="rId20"/>
      <p:boldItalic r:id="rId21"/>
    </p:embeddedFont>
    <p:embeddedFont>
      <p:font typeface="Inter Medium" panose="020B0604020202020204" charset="0"/>
      <p:regular r:id="rId22"/>
      <p:bold r:id="rId23"/>
      <p:italic r:id="rId24"/>
      <p:boldItalic r:id="rId25"/>
    </p:embeddedFont>
    <p:embeddedFont>
      <p:font typeface="Inter SemiBold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893" dt="2025-11-20T15:14:04.6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36" autoAdjust="0"/>
  </p:normalViewPr>
  <p:slideViewPr>
    <p:cSldViewPr snapToGrid="0">
      <p:cViewPr>
        <p:scale>
          <a:sx n="100" d="100"/>
          <a:sy n="100" d="100"/>
        </p:scale>
        <p:origin x="1380" y="82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3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0T15:15:34.139" v="4044" actId="1076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0T14:44:47.056" v="3910" actId="1076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0T14:44:47.056" v="3910" actId="1076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19T10:57:53.045" v="42" actId="20577"/>
          <ac:spMkLst>
            <pc:docMk/>
            <pc:sldMk cId="0" sldId="263"/>
            <ac:spMk id="61" creationId="{00000000-0000-0000-0000-000000000000}"/>
          </ac:spMkLst>
        </pc:spChg>
        <pc:picChg chg="del mod">
          <ac:chgData name="Jean-Yves Vuillequez" userId="e7fac481abea6bd0" providerId="LiveId" clId="{79E365E8-22BC-4EC2-9606-9A9AC6CD1D22}" dt="2025-11-19T10:57:28.093" v="13" actId="478"/>
          <ac:picMkLst>
            <pc:docMk/>
            <pc:sldMk cId="0" sldId="263"/>
            <ac:picMk id="5" creationId="{BF507C43-8C8F-F14C-A2E6-D966FC03A531}"/>
          </ac:picMkLst>
        </pc:picChg>
      </pc:sldChg>
      <pc:sldChg chg="del">
        <pc:chgData name="Jean-Yves Vuillequez" userId="e7fac481abea6bd0" providerId="LiveId" clId="{79E365E8-22BC-4EC2-9606-9A9AC6CD1D22}" dt="2025-11-19T10:57:21.256" v="9" actId="47"/>
        <pc:sldMkLst>
          <pc:docMk/>
          <pc:sldMk cId="0" sldId="26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0" sldId="265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868318443" sldId="26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44984178" sldId="267"/>
        </pc:sldMkLst>
      </pc:sldChg>
      <pc:sldChg chg="addSp delSp modSp mod">
        <pc:chgData name="Jean-Yves Vuillequez" userId="e7fac481abea6bd0" providerId="LiveId" clId="{79E365E8-22BC-4EC2-9606-9A9AC6CD1D22}" dt="2025-11-20T13:25:35.424" v="3240" actId="1076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del">
          <ac:chgData name="Jean-Yves Vuillequez" userId="e7fac481abea6bd0" providerId="LiveId" clId="{79E365E8-22BC-4EC2-9606-9A9AC6CD1D22}" dt="2025-11-19T15:27:31.625" v="178" actId="22"/>
          <ac:spMkLst>
            <pc:docMk/>
            <pc:sldMk cId="0" sldId="270"/>
            <ac:spMk id="5" creationId="{CFDEE9DF-9D18-D97C-5C14-CA1236A83E99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spChg chg="del">
          <ac:chgData name="Jean-Yves Vuillequez" userId="e7fac481abea6bd0" providerId="LiveId" clId="{79E365E8-22BC-4EC2-9606-9A9AC6CD1D22}" dt="2025-11-19T11:00:46.457" v="81" actId="478"/>
          <ac:spMkLst>
            <pc:docMk/>
            <pc:sldMk cId="0" sldId="270"/>
            <ac:spMk id="182" creationId="{00000000-0000-0000-0000-000000000000}"/>
          </ac:spMkLst>
        </pc:spChg>
        <pc:picChg chg="add del">
          <ac:chgData name="Jean-Yves Vuillequez" userId="e7fac481abea6bd0" providerId="LiveId" clId="{79E365E8-22BC-4EC2-9606-9A9AC6CD1D22}" dt="2025-11-19T11:04:20.428" v="92" actId="22"/>
          <ac:picMkLst>
            <pc:docMk/>
            <pc:sldMk cId="0" sldId="270"/>
            <ac:picMk id="3" creationId="{385EAD59-F5EF-433F-E72D-66416F21249B}"/>
          </ac:picMkLst>
        </pc:pic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del">
        <pc:chgData name="Jean-Yves Vuillequez" userId="e7fac481abea6bd0" providerId="LiveId" clId="{79E365E8-22BC-4EC2-9606-9A9AC6CD1D22}" dt="2025-11-19T14:02:01.719" v="119" actId="47"/>
        <pc:sldMkLst>
          <pc:docMk/>
          <pc:sldMk cId="2182015625" sldId="272"/>
        </pc:sldMkLst>
      </pc:sldChg>
      <pc:sldChg chg="add del">
        <pc:chgData name="Jean-Yves Vuillequez" userId="e7fac481abea6bd0" providerId="LiveId" clId="{79E365E8-22BC-4EC2-9606-9A9AC6CD1D22}" dt="2025-11-19T14:02:17.709" v="121" actId="47"/>
        <pc:sldMkLst>
          <pc:docMk/>
          <pc:sldMk cId="1023234914" sldId="273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delSp modSp del mod delAnim">
        <pc:chgData name="Jean-Yves Vuillequez" userId="e7fac481abea6bd0" providerId="LiveId" clId="{79E365E8-22BC-4EC2-9606-9A9AC6CD1D22}" dt="2025-11-19T11:00:27.703" v="73" actId="2696"/>
        <pc:sldMkLst>
          <pc:docMk/>
          <pc:sldMk cId="76015710" sldId="274"/>
        </pc:sldMkLst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" creationId="{88A106DF-7A83-DB85-D675-3B89338AAC0D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9" creationId="{0EA1EBA7-5A55-2DB4-2AAA-7181ADF95728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0" creationId="{A409361B-330D-D2A5-D967-903166D5DAE4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1" creationId="{F0A9E65F-DDDA-6923-AE09-42C784AB054A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5" creationId="{60EA83CE-862E-0716-7D4B-D10594298AF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7" creationId="{8304CF66-5C77-FB70-A0AB-14108326AAF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0" creationId="{4E85C3F7-9A4B-4403-40BA-E16E7B8AA37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1" creationId="{D4DF20D5-B823-CD4C-6253-AA52E542825B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8" creationId="{BB03DB3F-AABC-78B6-177C-8257943D252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46" creationId="{322DB39E-A9B2-B285-9879-968293AD4F66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1" creationId="{0CF2B953-3A17-D1D1-0C1F-3CC46B1E9440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4" creationId="{B4290750-3B48-DB32-F34D-A5ED50FB2781}"/>
          </ac:spMkLst>
        </pc:spChg>
        <pc:spChg chg="del">
          <ac:chgData name="Jean-Yves Vuillequez" userId="e7fac481abea6bd0" providerId="LiveId" clId="{79E365E8-22BC-4EC2-9606-9A9AC6CD1D22}" dt="2025-11-19T10:58:33.360" v="48" actId="478"/>
          <ac:spMkLst>
            <pc:docMk/>
            <pc:sldMk cId="76015710" sldId="274"/>
            <ac:spMk id="55" creationId="{0E6AC91E-885F-D28E-5599-E7B82E56269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64" creationId="{AB510ECB-2555-D6DB-1542-96D0D3B9EEC4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13:34:22.921" v="3255" actId="113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">
          <ac:chgData name="Jean-Yves Vuillequez" userId="e7fac481abea6bd0" providerId="LiveId" clId="{79E365E8-22BC-4EC2-9606-9A9AC6CD1D22}" dt="2025-11-19T15:21:25.434" v="149" actId="22"/>
          <ac:spMkLst>
            <pc:docMk/>
            <pc:sldMk cId="1821755839" sldId="274"/>
            <ac:spMk id="5" creationId="{42ECEDB8-E4FE-DAD1-959E-CE1C852FF3B7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add del">
          <ac:chgData name="Jean-Yves Vuillequez" userId="e7fac481abea6bd0" providerId="LiveId" clId="{79E365E8-22BC-4EC2-9606-9A9AC6CD1D22}" dt="2025-11-19T15:25:59.512" v="172" actId="22"/>
          <ac:spMkLst>
            <pc:docMk/>
            <pc:sldMk cId="1821755839" sldId="274"/>
            <ac:spMk id="7" creationId="{A1088045-42F5-FD97-ED83-6AEF73316F36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add del">
          <ac:chgData name="Jean-Yves Vuillequez" userId="e7fac481abea6bd0" providerId="LiveId" clId="{79E365E8-22BC-4EC2-9606-9A9AC6CD1D22}" dt="2025-11-19T15:31:05.378" v="184" actId="22"/>
          <ac:spMkLst>
            <pc:docMk/>
            <pc:sldMk cId="1821755839" sldId="274"/>
            <ac:spMk id="9" creationId="{C85936DC-7A36-C7FD-89BC-2AF218A582C2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12:00:21.431" v="2709" actId="14100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12:03:38.326" v="2781" actId="1076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12:05:49.967" v="2793" actId="1076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12:05:49.967" v="2793" actId="107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12:02:04.482" v="2735" actId="1076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12:02:04.482" v="2735" actId="1076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12:02:04.482" v="2735" actId="1076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12:02:04.482" v="2735" actId="1076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11:55:01.506" v="2622" actId="14100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11:56:08.699" v="2635" actId="1076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12:03:03.618" v="2778" actId="1035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12:02:04.482" v="2735" actId="1076"/>
          <ac:spMkLst>
            <pc:docMk/>
            <pc:sldMk cId="1821755839" sldId="274"/>
            <ac:spMk id="2097" creationId="{ADF20F1D-E32A-83D7-1C9F-ED56E1ADF5A6}"/>
          </ac:spMkLst>
        </pc:s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08:50:36.749" v="425" actId="1076"/>
          <ac:grpSpMkLst>
            <pc:docMk/>
            <pc:sldMk cId="1821755839" sldId="274"/>
            <ac:grpSpMk id="14" creationId="{0D06F820-0C84-13EF-42FA-C8495BEA0636}"/>
          </ac:grpSpMkLst>
        </pc:grpChg>
        <pc:grpChg chg="add mod ord">
          <ac:chgData name="Jean-Yves Vuillequez" userId="e7fac481abea6bd0" providerId="LiveId" clId="{79E365E8-22BC-4EC2-9606-9A9AC6CD1D22}" dt="2025-11-20T08:50:36.749" v="425" actId="1076"/>
          <ac:grpSpMkLst>
            <pc:docMk/>
            <pc:sldMk cId="1821755839" sldId="274"/>
            <ac:grpSpMk id="19" creationId="{D5364BFE-1394-DF84-7508-CE993349E3F7}"/>
          </ac:grpSpMkLst>
        </pc:grpChg>
        <pc:grpChg chg="add mod">
          <ac:chgData name="Jean-Yves Vuillequez" userId="e7fac481abea6bd0" providerId="LiveId" clId="{79E365E8-22BC-4EC2-9606-9A9AC6CD1D22}" dt="2025-11-20T08:50:36.749" v="425" actId="1076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11:58:48.017" v="2684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12:05:49.967" v="2793" actId="1076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11:55:59.579" v="2631" actId="1076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11:56:12.971" v="2636" actId="1076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11:54:51.683" v="2620" actId="1076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11:55:59.579" v="2631" actId="1076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11:56:12.971" v="2636" actId="1076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11:55:08.114" v="2624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11:55:51.058" v="2630" actId="1076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11:55:59.579" v="2631" actId="1076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11:56:12.971" v="2636" actId="1076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11:54:51.683" v="2620" actId="1076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12:03:53.507" v="2782" actId="1076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11:54:51.683" v="2620" actId="1076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11:55:51.058" v="2630" actId="1076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12:05:28.757" v="2791" actId="1076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12:04:01.760" v="2784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12:00:26.281" v="2711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12:00:23.937" v="2710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11:55:51.058" v="2630" actId="1076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12:03:58.310" v="2783" actId="1076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11:53:04.059" v="2593" actId="107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09:04:04.822" v="470" actId="208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09:04:04.822" v="470" actId="208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">
          <ac:chgData name="Jean-Yves Vuillequez" userId="e7fac481abea6bd0" providerId="LiveId" clId="{79E365E8-22BC-4EC2-9606-9A9AC6CD1D22}" dt="2025-11-20T12:05:39.188" v="2792" actId="14100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2:00:30.832" v="2713" actId="14100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2:00:30.832" v="2713" actId="14100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12:02:26.430" v="2757" actId="1035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modSp del mod">
        <pc:chgData name="Jean-Yves Vuillequez" userId="e7fac481abea6bd0" providerId="LiveId" clId="{79E365E8-22BC-4EC2-9606-9A9AC6CD1D22}" dt="2025-11-19T11:00:27.703" v="73" actId="2696"/>
        <pc:sldMkLst>
          <pc:docMk/>
          <pc:sldMk cId="4075992510" sldId="275"/>
        </pc:sldMkLst>
        <pc:spChg chg="mod">
          <ac:chgData name="Jean-Yves Vuillequez" userId="e7fac481abea6bd0" providerId="LiveId" clId="{79E365E8-22BC-4EC2-9606-9A9AC6CD1D22}" dt="2025-11-19T10:58:13.405" v="45" actId="20577"/>
          <ac:spMkLst>
            <pc:docMk/>
            <pc:sldMk cId="4075992510" sldId="275"/>
            <ac:spMk id="13" creationId="{A4E917A3-F694-3B96-CCCF-E8B993CF7914}"/>
          </ac:spMkLst>
        </pc:spChg>
        <pc:graphicFrameChg chg="modGraphic">
          <ac:chgData name="Jean-Yves Vuillequez" userId="e7fac481abea6bd0" providerId="LiveId" clId="{79E365E8-22BC-4EC2-9606-9A9AC6CD1D22}" dt="2025-11-19T10:58:19.644" v="46" actId="6549"/>
          <ac:graphicFrameMkLst>
            <pc:docMk/>
            <pc:sldMk cId="4075992510" sldId="275"/>
            <ac:graphicFrameMk id="2" creationId="{B369D15F-B77E-9E89-4E59-4FB8C96A6FDE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20T15:09:22.610" v="3969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5:09:22.610" v="3969"/>
          <ac:spMkLst>
            <pc:docMk/>
            <pc:sldMk cId="4088050223" sldId="275"/>
            <ac:spMk id="3" creationId="{37D278FD-EECE-B378-D23D-5AC1D6FCA09B}"/>
          </ac:spMkLst>
        </pc:spChg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19T11:01:19.282" v="90" actId="478"/>
          <ac:spMkLst>
            <pc:docMk/>
            <pc:sldMk cId="4088050223" sldId="275"/>
            <ac:spMk id="14" creationId="{6490E61E-43C0-47B3-660A-106B5E881ADD}"/>
          </ac:spMkLst>
        </pc:spChg>
        <pc:graphicFrameChg chg="mod modGraphic">
          <ac:chgData name="Jean-Yves Vuillequez" userId="e7fac481abea6bd0" providerId="LiveId" clId="{79E365E8-22BC-4EC2-9606-9A9AC6CD1D22}" dt="2025-11-19T11:01:13.345" v="88" actId="2161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del">
        <pc:chgData name="Jean-Yves Vuillequez" userId="e7fac481abea6bd0" providerId="LiveId" clId="{79E365E8-22BC-4EC2-9606-9A9AC6CD1D22}" dt="2025-11-19T10:58:46.543" v="50" actId="47"/>
        <pc:sldMkLst>
          <pc:docMk/>
          <pc:sldMk cId="4260295178" sldId="27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782134582" sldId="280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379059680" sldId="281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308464095" sldId="282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541112122" sldId="283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746995239" sldId="28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02082869" sldId="285"/>
        </pc:sldMkLst>
      </pc:sldChg>
      <pc:sldChg chg="addSp delSp modSp mod delAnim modAnim modNotesTx">
        <pc:chgData name="Jean-Yves Vuillequez" userId="e7fac481abea6bd0" providerId="LiveId" clId="{79E365E8-22BC-4EC2-9606-9A9AC6CD1D22}" dt="2025-11-20T14:31:58.077" v="3700" actId="1076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del mod">
          <ac:chgData name="Jean-Yves Vuillequez" userId="e7fac481abea6bd0" providerId="LiveId" clId="{79E365E8-22BC-4EC2-9606-9A9AC6CD1D22}" dt="2025-11-19T15:04:10.897" v="143" actId="478"/>
          <ac:spMkLst>
            <pc:docMk/>
            <pc:sldMk cId="406580661" sldId="286"/>
            <ac:spMk id="3" creationId="{C43968D4-0691-98E3-02E7-DB654E7392F3}"/>
          </ac:spMkLst>
        </pc:spChg>
        <pc:spChg chg="add mod">
          <ac:chgData name="Jean-Yves Vuillequez" userId="e7fac481abea6bd0" providerId="LiveId" clId="{79E365E8-22BC-4EC2-9606-9A9AC6CD1D22}" dt="2025-11-20T14:21:24.900" v="3673" actId="6549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14:21:11.244" v="3671" actId="404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14:21:11.244" v="3671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4:03:45.607" v="3492" actId="1076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4:14:55.836" v="3580" actId="208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del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69" creationId="{2DFE67F9-5520-F4B8-B6C5-40C9605525B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spChg chg="del mod">
          <ac:chgData name="Jean-Yves Vuillequez" userId="e7fac481abea6bd0" providerId="LiveId" clId="{79E365E8-22BC-4EC2-9606-9A9AC6CD1D22}" dt="2025-11-19T15:04:08.497" v="142" actId="478"/>
          <ac:spMkLst>
            <pc:docMk/>
            <pc:sldMk cId="406580661" sldId="286"/>
            <ac:spMk id="73" creationId="{1362DE8B-B008-E6AB-C9CD-6095A12B8D39}"/>
          </ac:spMkLst>
        </pc:spChg>
        <pc:spChg chg="del mod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74" creationId="{594EF5A4-95A8-DB9E-307C-92C5044EEF3F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5" creationId="{2DA76B5D-5507-C433-3A50-BA24AFDD5759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6" creationId="{0D0BEA13-407D-BB40-EDD4-89543044A7D8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7" creationId="{4B2D55FD-E6CB-F70B-1A6D-C59E9EAB43E2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8" creationId="{EE57DF56-19D6-5F9D-623C-FD197620AB38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9" creationId="{9872CB08-4753-4C4E-189F-43C9459E961D}"/>
          </ac:spMkLst>
        </pc:spChg>
        <pc:grpChg chg="add mod">
          <ac:chgData name="Jean-Yves Vuillequez" userId="e7fac481abea6bd0" providerId="LiveId" clId="{79E365E8-22BC-4EC2-9606-9A9AC6CD1D22}" dt="2025-11-20T14:11:57.466" v="3568" actId="571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4:14:26.567" v="3578" actId="1076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14:45:13.576" v="3930" actId="20577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19T18:14:09.212" v="197"/>
        <pc:sldMkLst>
          <pc:docMk/>
          <pc:sldMk cId="919858653" sldId="288"/>
        </pc:sldMkLst>
      </pc:sldChg>
      <pc:sldChg chg="addSp modSp add mod">
        <pc:chgData name="Jean-Yves Vuillequez" userId="e7fac481abea6bd0" providerId="LiveId" clId="{79E365E8-22BC-4EC2-9606-9A9AC6CD1D22}" dt="2025-11-20T15:09:24.130" v="3970"/>
        <pc:sldMkLst>
          <pc:docMk/>
          <pc:sldMk cId="4156271710" sldId="288"/>
        </pc:sldMkLst>
        <pc:spChg chg="add mod">
          <ac:chgData name="Jean-Yves Vuillequez" userId="e7fac481abea6bd0" providerId="LiveId" clId="{79E365E8-22BC-4EC2-9606-9A9AC6CD1D22}" dt="2025-11-20T15:09:24.130" v="3970"/>
          <ac:spMkLst>
            <pc:docMk/>
            <pc:sldMk cId="4156271710" sldId="288"/>
            <ac:spMk id="3" creationId="{F54C33F5-001F-CBAC-920A-2747911ED0E6}"/>
          </ac:spMkLst>
        </pc:spChg>
        <pc:spChg chg="mod">
          <ac:chgData name="Jean-Yves Vuillequez" userId="e7fac481abea6bd0" providerId="LiveId" clId="{79E365E8-22BC-4EC2-9606-9A9AC6CD1D22}" dt="2025-11-19T18:55:15.393" v="295" actId="20577"/>
          <ac:spMkLst>
            <pc:docMk/>
            <pc:sldMk cId="4156271710" sldId="288"/>
            <ac:spMk id="96" creationId="{9496F4BA-6570-B121-53B0-E4B792AFAF9D}"/>
          </ac:spMkLst>
        </pc:sp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modSp add del">
        <pc:chgData name="Jean-Yves Vuillequez" userId="e7fac481abea6bd0" providerId="LiveId" clId="{79E365E8-22BC-4EC2-9606-9A9AC6CD1D22}" dt="2025-11-19T18:59:08.937" v="303" actId="47"/>
        <pc:sldMkLst>
          <pc:docMk/>
          <pc:sldMk cId="3738511160" sldId="290"/>
        </pc:sldMkLst>
        <pc:spChg chg="mod">
          <ac:chgData name="Jean-Yves Vuillequez" userId="e7fac481abea6bd0" providerId="LiveId" clId="{79E365E8-22BC-4EC2-9606-9A9AC6CD1D22}" dt="2025-11-19T18:59:02.352" v="301"/>
          <ac:spMkLst>
            <pc:docMk/>
            <pc:sldMk cId="3738511160" sldId="290"/>
            <ac:spMk id="70" creationId="{4B63368A-49D0-EF4C-D66D-6EEF2743BE0B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15:15:34.139" v="4044" actId="1076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0T15:04:30.018" v="3955" actId="403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0T15:15:34.139" v="4044" actId="1076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15:15:34.139" v="4044" actId="1076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15:15:34.139" v="4044" actId="1076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">
        <pc:chgData name="Jean-Yves Vuillequez" userId="e7fac481abea6bd0" providerId="LiveId" clId="{79E365E8-22BC-4EC2-9606-9A9AC6CD1D22}" dt="2025-11-20T13:25:30.949" v="3239" actId="1076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CE63EF6-BA38-E777-7277-94A78FCC7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EDFA7591-57EE-39C3-396E-41983A0C66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797F6B80-C15B-74BE-046E-487BB7806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0897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Xxxxxxx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XXXXXXXX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3200" dirty="0"/>
              <a:t>+350 %</a:t>
            </a:r>
          </a:p>
          <a:p>
            <a:pPr>
              <a:defRPr sz="2000"/>
            </a:pPr>
            <a:r>
              <a:rPr lang="fr-FR" sz="1600" b="1" dirty="0"/>
              <a:t>Croissance du parc solaire en 2 ans </a:t>
            </a:r>
          </a:p>
          <a:p>
            <a:pPr>
              <a:defRPr sz="2000"/>
            </a:pPr>
            <a:r>
              <a:rPr lang="fr-FR" sz="1100" dirty="0"/>
              <a:t>(Source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/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3200" dirty="0"/>
              <a:t>#1</a:t>
            </a:r>
          </a:p>
          <a:p>
            <a:pPr>
              <a:defRPr sz="3600" b="1"/>
            </a:pPr>
            <a:r>
              <a:rPr lang="fr-FR" sz="1600" dirty="0"/>
              <a:t>Région française en installations photovoltaïques</a:t>
            </a: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3200" dirty="0"/>
              <a:t>Variabilité élevée</a:t>
            </a:r>
          </a:p>
          <a:p>
            <a:pPr>
              <a:defRPr sz="3600" b="1"/>
            </a:pPr>
            <a:r>
              <a:rPr lang="fr-FR" sz="1600" b="1" dirty="0"/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C17A729F-F9AB-A73C-CEFD-D87C2948A123}"/>
              </a:ext>
            </a:extLst>
          </p:cNvPr>
          <p:cNvSpPr/>
          <p:nvPr/>
        </p:nvSpPr>
        <p:spPr>
          <a:xfrm>
            <a:off x="3194218" y="1244626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016E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717391EF-3678-1116-53EE-765DF8F95C9C}"/>
              </a:ext>
            </a:extLst>
          </p:cNvPr>
          <p:cNvSpPr txBox="1"/>
          <p:nvPr/>
        </p:nvSpPr>
        <p:spPr>
          <a:xfrm>
            <a:off x="3178269" y="1281519"/>
            <a:ext cx="485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/>
            </a:pPr>
            <a:r>
              <a:rPr lang="fr-FR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🥇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D67E0D0C-C631-6E3B-A20F-F6A59723BAE6}"/>
              </a:ext>
            </a:extLst>
          </p:cNvPr>
          <p:cNvSpPr/>
          <p:nvPr/>
        </p:nvSpPr>
        <p:spPr>
          <a:xfrm>
            <a:off x="5855580" y="1244626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9A15F92F-8AF9-9A60-52D8-D7970DAB78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9792" y="1359845"/>
            <a:ext cx="300660" cy="226711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990038" y="4365445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+mj-lt"/>
                <a:ea typeface="Calibri"/>
                <a:cs typeface="Calibri"/>
              </a:rPr>
              <a:t>Anticiper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+mj-lt"/>
                <a:ea typeface="Calibri"/>
                <a:cs typeface="Calibri"/>
              </a:rPr>
              <a:t>Améliorer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+mj-lt"/>
                <a:ea typeface="Calibri"/>
                <a:cs typeface="Calibri"/>
              </a:rPr>
              <a:t>Identifier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797443" y="1718594"/>
            <a:ext cx="1235879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41732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Préparation et </a:t>
            </a:r>
          </a:p>
          <a:p>
            <a:pPr marL="158750" indent="0" algn="ctr">
              <a:buNone/>
            </a:pPr>
            <a:r>
              <a:rPr lang="fr-FR" sz="900" b="1" dirty="0"/>
              <a:t>nettoyage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5364BFE-1394-DF84-7508-CE993349E3F7}"/>
              </a:ext>
            </a:extLst>
          </p:cNvPr>
          <p:cNvGrpSpPr/>
          <p:nvPr/>
        </p:nvGrpSpPr>
        <p:grpSpPr>
          <a:xfrm>
            <a:off x="4266850" y="1014066"/>
            <a:ext cx="517495" cy="238342"/>
            <a:chOff x="5129933" y="1197972"/>
            <a:chExt cx="679703" cy="414716"/>
          </a:xfrm>
        </p:grpSpPr>
        <p:sp>
          <p:nvSpPr>
            <p:cNvPr id="20" name="Flèche : demi-tour 19">
              <a:extLst>
                <a:ext uri="{FF2B5EF4-FFF2-40B4-BE49-F238E27FC236}">
                  <a16:creationId xmlns:a16="http://schemas.microsoft.com/office/drawing/2014/main" id="{6DDE20E4-CB2E-04FF-2DA9-1E1738D5C9E4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1" name="Flèche : demi-tour 20">
              <a:extLst>
                <a:ext uri="{FF2B5EF4-FFF2-40B4-BE49-F238E27FC236}">
                  <a16:creationId xmlns:a16="http://schemas.microsoft.com/office/drawing/2014/main" id="{85EC5690-6283-B244-7760-CCEF398604E4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</p:grp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765455" y="1652962"/>
            <a:ext cx="381317" cy="39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583256" y="1682497"/>
            <a:ext cx="792868" cy="332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58501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A62D0C-7533-F64F-5205-AC2C6EB164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72" t="16968" r="15985" b="15970"/>
          <a:stretch>
            <a:fillRect/>
          </a:stretch>
        </p:blipFill>
        <p:spPr bwMode="auto">
          <a:xfrm>
            <a:off x="2696327" y="1707018"/>
            <a:ext cx="277594" cy="283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12" y="1495363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D06F820-0C84-13EF-42FA-C8495BEA0636}"/>
              </a:ext>
            </a:extLst>
          </p:cNvPr>
          <p:cNvGrpSpPr/>
          <p:nvPr/>
        </p:nvGrpSpPr>
        <p:grpSpPr>
          <a:xfrm>
            <a:off x="2217967" y="1014066"/>
            <a:ext cx="517495" cy="238342"/>
            <a:chOff x="5129933" y="1197972"/>
            <a:chExt cx="679703" cy="414716"/>
          </a:xfrm>
        </p:grpSpPr>
        <p:sp>
          <p:nvSpPr>
            <p:cNvPr id="15" name="Flèche : demi-tour 14">
              <a:extLst>
                <a:ext uri="{FF2B5EF4-FFF2-40B4-BE49-F238E27FC236}">
                  <a16:creationId xmlns:a16="http://schemas.microsoft.com/office/drawing/2014/main" id="{ACAD37B6-EF93-C275-C6AA-A8A46E685AC9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6" name="Flèche : demi-tour 15">
              <a:extLst>
                <a:ext uri="{FF2B5EF4-FFF2-40B4-BE49-F238E27FC236}">
                  <a16:creationId xmlns:a16="http://schemas.microsoft.com/office/drawing/2014/main" id="{8ECB2D9A-ED98-FE7D-DED3-4DF3A449AE8B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68234D9-A2C6-161D-C55C-E509AF1EEB5C}"/>
              </a:ext>
            </a:extLst>
          </p:cNvPr>
          <p:cNvGrpSpPr/>
          <p:nvPr/>
        </p:nvGrpSpPr>
        <p:grpSpPr>
          <a:xfrm>
            <a:off x="6307808" y="1014066"/>
            <a:ext cx="517495" cy="238342"/>
            <a:chOff x="5129933" y="1197972"/>
            <a:chExt cx="679703" cy="414716"/>
          </a:xfrm>
        </p:grpSpPr>
        <p:sp>
          <p:nvSpPr>
            <p:cNvPr id="24" name="Flèche : demi-tour 23">
              <a:extLst>
                <a:ext uri="{FF2B5EF4-FFF2-40B4-BE49-F238E27FC236}">
                  <a16:creationId xmlns:a16="http://schemas.microsoft.com/office/drawing/2014/main" id="{7E04026A-4B4B-8456-8D1B-0738F4E374CD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5" name="Flèche : demi-tour 24">
              <a:extLst>
                <a:ext uri="{FF2B5EF4-FFF2-40B4-BE49-F238E27FC236}">
                  <a16:creationId xmlns:a16="http://schemas.microsoft.com/office/drawing/2014/main" id="{D3C0BCCC-11D1-700F-BAD0-6BB53604F9B7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66BE5478-2C49-E651-22DF-909C00CA75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369783" y="2328613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1687" y="1351552"/>
            <a:ext cx="872238" cy="688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3" t="15290" r="14205" b="17134"/>
          <a:stretch>
            <a:fillRect/>
          </a:stretch>
        </p:blipFill>
        <p:spPr bwMode="auto">
          <a:xfrm>
            <a:off x="6540706" y="3950826"/>
            <a:ext cx="565643" cy="545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00942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08707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1968834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026312"/>
            <a:ext cx="115633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EDA </a:t>
            </a:r>
          </a:p>
          <a:p>
            <a:pPr algn="ctr"/>
            <a:r>
              <a:rPr lang="fr-FR" sz="8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6981071" y="2960216"/>
            <a:ext cx="113587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75570"/>
            <a:ext cx="115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PREDICT </a:t>
            </a:r>
          </a:p>
          <a:p>
            <a:pPr algn="ctr"/>
            <a:r>
              <a:rPr lang="fr-FR" sz="800" dirty="0"/>
              <a:t>Su 3 jours glissants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246312" y="2674581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2922466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246312" y="339682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4" y="363415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246312" y="410851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469509"/>
            <a:ext cx="1776005" cy="2957143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EA2D8E70-0E38-6F85-C46D-473AA9425B34}"/>
              </a:ext>
            </a:extLst>
          </p:cNvPr>
          <p:cNvCxnSpPr>
            <a:cxnSpLocks/>
            <a:stCxn id="1028" idx="3"/>
            <a:endCxn id="1026" idx="1"/>
          </p:cNvCxnSpPr>
          <p:nvPr/>
        </p:nvCxnSpPr>
        <p:spPr>
          <a:xfrm>
            <a:off x="1376124" y="1848815"/>
            <a:ext cx="389331" cy="975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eur droit avec flèche 98">
            <a:extLst>
              <a:ext uri="{FF2B5EF4-FFF2-40B4-BE49-F238E27FC236}">
                <a16:creationId xmlns:a16="http://schemas.microsoft.com/office/drawing/2014/main" id="{1740FD3C-BB82-E8E4-4341-9F9B0A291611}"/>
              </a:ext>
            </a:extLst>
          </p:cNvPr>
          <p:cNvCxnSpPr>
            <a:cxnSpLocks/>
            <a:stCxn id="1026" idx="3"/>
            <a:endCxn id="1032" idx="1"/>
          </p:cNvCxnSpPr>
          <p:nvPr/>
        </p:nvCxnSpPr>
        <p:spPr>
          <a:xfrm flipV="1">
            <a:off x="2146772" y="1848815"/>
            <a:ext cx="549555" cy="975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" name="Picture 2">
            <a:extLst>
              <a:ext uri="{FF2B5EF4-FFF2-40B4-BE49-F238E27FC236}">
                <a16:creationId xmlns:a16="http://schemas.microsoft.com/office/drawing/2014/main" id="{26F3760A-01F7-627E-27AC-B1F00D3B52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378283" y="1676305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B33DCAA7-8CDF-83ED-2AFC-66875EDF43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364720" y="2990820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2">
            <a:extLst>
              <a:ext uri="{FF2B5EF4-FFF2-40B4-BE49-F238E27FC236}">
                <a16:creationId xmlns:a16="http://schemas.microsoft.com/office/drawing/2014/main" id="{30EDEF50-F042-0782-1F82-E1015B7ED2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339191" y="3703859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364720" y="4265830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7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27166" y="4032093"/>
            <a:ext cx="347790" cy="416048"/>
          </a:xfrm>
          <a:prstGeom prst="rect">
            <a:avLst/>
          </a:prstGeom>
        </p:spPr>
      </p:pic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33111" y="2035648"/>
            <a:ext cx="551235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67D61FBD-E531-1326-0C48-8BF9669015EF}"/>
              </a:ext>
            </a:extLst>
          </p:cNvPr>
          <p:cNvCxnSpPr>
            <a:cxnSpLocks/>
            <a:stCxn id="1030" idx="3"/>
            <a:endCxn id="2050" idx="1"/>
          </p:cNvCxnSpPr>
          <p:nvPr/>
        </p:nvCxnSpPr>
        <p:spPr>
          <a:xfrm flipV="1">
            <a:off x="1142997" y="2501110"/>
            <a:ext cx="2226786" cy="37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avec flèche 113">
            <a:extLst>
              <a:ext uri="{FF2B5EF4-FFF2-40B4-BE49-F238E27FC236}">
                <a16:creationId xmlns:a16="http://schemas.microsoft.com/office/drawing/2014/main" id="{D838041E-F078-6C94-A2B0-03079C59425A}"/>
              </a:ext>
            </a:extLst>
          </p:cNvPr>
          <p:cNvCxnSpPr>
            <a:cxnSpLocks/>
            <a:stCxn id="65" idx="3"/>
            <a:endCxn id="103" idx="1"/>
          </p:cNvCxnSpPr>
          <p:nvPr/>
        </p:nvCxnSpPr>
        <p:spPr>
          <a:xfrm flipV="1">
            <a:off x="1142993" y="3163317"/>
            <a:ext cx="2221727" cy="2128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avec flèche 118">
            <a:extLst>
              <a:ext uri="{FF2B5EF4-FFF2-40B4-BE49-F238E27FC236}">
                <a16:creationId xmlns:a16="http://schemas.microsoft.com/office/drawing/2014/main" id="{71456FE5-64C3-8B7D-7CCF-34EA9321C3CA}"/>
              </a:ext>
            </a:extLst>
          </p:cNvPr>
          <p:cNvCxnSpPr>
            <a:cxnSpLocks/>
            <a:stCxn id="68" idx="3"/>
            <a:endCxn id="104" idx="1"/>
          </p:cNvCxnSpPr>
          <p:nvPr/>
        </p:nvCxnSpPr>
        <p:spPr>
          <a:xfrm flipV="1">
            <a:off x="1142991" y="3876356"/>
            <a:ext cx="2196200" cy="782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Image 122">
            <a:extLst>
              <a:ext uri="{FF2B5EF4-FFF2-40B4-BE49-F238E27FC236}">
                <a16:creationId xmlns:a16="http://schemas.microsoft.com/office/drawing/2014/main" id="{D715FB7A-A546-1D86-6C47-6E592D4CF67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5340" y="2221695"/>
            <a:ext cx="277668" cy="193267"/>
          </a:xfrm>
          <a:prstGeom prst="rect">
            <a:avLst/>
          </a:prstGeom>
          <a:ln>
            <a:noFill/>
          </a:ln>
        </p:spPr>
      </p:pic>
      <p:pic>
        <p:nvPicPr>
          <p:cNvPr id="124" name="Image 123">
            <a:extLst>
              <a:ext uri="{FF2B5EF4-FFF2-40B4-BE49-F238E27FC236}">
                <a16:creationId xmlns:a16="http://schemas.microsoft.com/office/drawing/2014/main" id="{C5293EF4-20E0-DF10-D159-DD1506BA9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16145" y="2905022"/>
            <a:ext cx="277668" cy="193267"/>
          </a:xfrm>
          <a:prstGeom prst="rect">
            <a:avLst/>
          </a:prstGeom>
          <a:ln>
            <a:noFill/>
          </a:ln>
        </p:spPr>
      </p:pic>
      <p:pic>
        <p:nvPicPr>
          <p:cNvPr id="125" name="Image 124">
            <a:extLst>
              <a:ext uri="{FF2B5EF4-FFF2-40B4-BE49-F238E27FC236}">
                <a16:creationId xmlns:a16="http://schemas.microsoft.com/office/drawing/2014/main" id="{33AAD6E8-755C-ADC6-DD82-513A7A7A0F5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5323" y="3593675"/>
            <a:ext cx="277668" cy="193267"/>
          </a:xfrm>
          <a:prstGeom prst="rect">
            <a:avLst/>
          </a:prstGeom>
          <a:ln>
            <a:noFill/>
          </a:ln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CDFE02BC-1F91-5E6A-387E-5166BAEB4B4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24300" y="1569286"/>
            <a:ext cx="277668" cy="193267"/>
          </a:xfrm>
          <a:prstGeom prst="rect">
            <a:avLst/>
          </a:prstGeom>
          <a:ln>
            <a:noFill/>
          </a:ln>
        </p:spPr>
      </p:pic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 flipH="1">
            <a:off x="5406920" y="2302794"/>
            <a:ext cx="8463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05132" y="3554011"/>
            <a:ext cx="518396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955001" y="1904349"/>
            <a:ext cx="1228499" cy="1800970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5" name="Connecteur droit avec flèche 2054">
            <a:extLst>
              <a:ext uri="{FF2B5EF4-FFF2-40B4-BE49-F238E27FC236}">
                <a16:creationId xmlns:a16="http://schemas.microsoft.com/office/drawing/2014/main" id="{87E620DB-CBC1-5464-4E1E-A4B454C8BE5D}"/>
              </a:ext>
            </a:extLst>
          </p:cNvPr>
          <p:cNvCxnSpPr>
            <a:cxnSpLocks/>
            <a:stCxn id="1032" idx="3"/>
            <a:endCxn id="102" idx="1"/>
          </p:cNvCxnSpPr>
          <p:nvPr/>
        </p:nvCxnSpPr>
        <p:spPr>
          <a:xfrm flipV="1">
            <a:off x="2973921" y="1848802"/>
            <a:ext cx="404362" cy="13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859073" y="3333557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Visibilité sur 3 jours</a:t>
            </a:r>
            <a:r>
              <a:rPr lang="fr-FR" dirty="0"/>
              <a:t>, permettant une 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Détection proactive des pics et creux</a:t>
            </a:r>
            <a:r>
              <a:rPr lang="fr-FR" dirty="0"/>
              <a:t>, contribuant à un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Analyse régionale précise</a:t>
            </a:r>
            <a:r>
              <a:rPr lang="fr-FR" dirty="0"/>
              <a:t>, facilitant la 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Outil d’aide à la décision simple, clair et directement exploitable</a:t>
            </a:r>
            <a:endParaRPr lang="fr-FR" dirty="0"/>
          </a:p>
          <a:p>
            <a:pPr>
              <a:spcBef>
                <a:spcPts val="300"/>
              </a:spcBef>
              <a:buClrTx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Passage en temps réel</a:t>
            </a:r>
            <a:r>
              <a:rPr lang="fr-FR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Ajout d’une prévision </a:t>
            </a:r>
            <a:r>
              <a:rPr lang="fr-FR" b="1" dirty="0" err="1"/>
              <a:t>intraday</a:t>
            </a:r>
            <a:r>
              <a:rPr lang="fr-FR" dirty="0"/>
              <a:t>, appuyée sur les données RTE mises à jour toutes les 30 minutes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Enrichissement par données satellitaires avancées</a:t>
            </a:r>
            <a:r>
              <a:rPr lang="fr-FR" dirty="0"/>
              <a:t> (nuages, albédo, couverture atmosphérique)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  <a:endParaRPr lang="it-IT" sz="25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B369D15F-B77E-9E89-4E59-4FB8C96A6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31957"/>
              </p:ext>
            </p:extLst>
          </p:nvPr>
        </p:nvGraphicFramePr>
        <p:xfrm>
          <a:off x="463375" y="2145111"/>
          <a:ext cx="8283386" cy="2313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Volumétrie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i="0" u="none" strike="noStrike" cap="none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97F78E0E-BF81-816F-84D0-69489BA603AA}"/>
              </a:ext>
            </a:extLst>
          </p:cNvPr>
          <p:cNvSpPr/>
          <p:nvPr/>
        </p:nvSpPr>
        <p:spPr>
          <a:xfrm>
            <a:off x="463375" y="1232729"/>
            <a:ext cx="8283386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A4E917A3-F694-3B96-CCCF-E8B993CF7914}"/>
              </a:ext>
            </a:extLst>
          </p:cNvPr>
          <p:cNvSpPr txBox="1">
            <a:spLocks/>
          </p:cNvSpPr>
          <p:nvPr/>
        </p:nvSpPr>
        <p:spPr>
          <a:xfrm>
            <a:off x="397239" y="1137125"/>
            <a:ext cx="84660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SzPct val="100000"/>
            </a:pPr>
            <a:endParaRPr lang="fr-FR" sz="1200" b="1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490E61E-43C0-47B3-660A-106B5E881ADD}"/>
              </a:ext>
            </a:extLst>
          </p:cNvPr>
          <p:cNvSpPr/>
          <p:nvPr/>
        </p:nvSpPr>
        <p:spPr>
          <a:xfrm>
            <a:off x="280666" y="1116156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7D278FD-EECE-B378-D23D-5AC1D6FCA09B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5502F99-93DB-8DFA-76CF-8058851E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9496F4BA-6570-B121-53B0-E4B792AFAF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b="1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Suivi de projet</a:t>
            </a:r>
            <a:endParaRPr lang="it-IT"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B5B75142-6FD9-DC97-8DE0-97A98A07E6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07D4AC0C-128C-68D9-2B41-BA0AF3958438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775F0AF-38B3-FEEF-E777-FA7976DF9346}"/>
              </a:ext>
            </a:extLst>
          </p:cNvPr>
          <p:cNvGraphicFramePr>
            <a:graphicFrameLocks noGrp="1"/>
          </p:cNvGraphicFramePr>
          <p:nvPr/>
        </p:nvGraphicFramePr>
        <p:xfrm>
          <a:off x="463375" y="2145111"/>
          <a:ext cx="8283386" cy="2313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Volumétrie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b="1" i="0" u="none" strike="noStrike" cap="none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9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740BA0CF-4FE4-694B-1E0A-549DC46AD2EB}"/>
              </a:ext>
            </a:extLst>
          </p:cNvPr>
          <p:cNvSpPr/>
          <p:nvPr/>
        </p:nvSpPr>
        <p:spPr>
          <a:xfrm>
            <a:off x="463375" y="1232729"/>
            <a:ext cx="8283386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8F7E0CE5-A523-1A49-46A7-9DF1818C9F76}"/>
              </a:ext>
            </a:extLst>
          </p:cNvPr>
          <p:cNvSpPr txBox="1">
            <a:spLocks/>
          </p:cNvSpPr>
          <p:nvPr/>
        </p:nvSpPr>
        <p:spPr>
          <a:xfrm>
            <a:off x="397239" y="1137125"/>
            <a:ext cx="84660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SzPct val="100000"/>
            </a:pPr>
            <a:endParaRPr lang="fr-FR" sz="1200" b="1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AFD23F-A289-A5AF-3AE9-C30CBA50B293}"/>
              </a:ext>
            </a:extLst>
          </p:cNvPr>
          <p:cNvSpPr/>
          <p:nvPr/>
        </p:nvSpPr>
        <p:spPr>
          <a:xfrm>
            <a:off x="280666" y="1116156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54C33F5-001F-CBAC-920A-2747911ED0E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4156271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892</Words>
  <Application>Microsoft Office PowerPoint</Application>
  <PresentationFormat>Affichage à l'écran (16:9)</PresentationFormat>
  <Paragraphs>179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14</vt:i4>
      </vt:variant>
    </vt:vector>
  </HeadingPairs>
  <TitlesOfParts>
    <vt:vector size="22" baseType="lpstr">
      <vt:lpstr>Inter</vt:lpstr>
      <vt:lpstr>Inter Medium</vt:lpstr>
      <vt:lpstr>Calibri</vt:lpstr>
      <vt:lpstr>Wingdings</vt:lpstr>
      <vt:lpstr>Inter SemiBold</vt:lpstr>
      <vt:lpstr>Arial</vt:lpstr>
      <vt:lpstr>Simple Light</vt:lpstr>
      <vt:lpstr>1_Simple Light</vt:lpstr>
      <vt:lpstr>Optimisation du mix énergétique</vt:lpstr>
      <vt:lpstr>Group members</vt:lpstr>
      <vt:lpstr>Contexte et problématique</vt:lpstr>
      <vt:lpstr>Pitch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Sources de données</vt:lpstr>
      <vt:lpstr>Suivi de projet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2</cp:revision>
  <dcterms:modified xsi:type="dcterms:W3CDTF">2025-11-20T15:15:35Z</dcterms:modified>
</cp:coreProperties>
</file>