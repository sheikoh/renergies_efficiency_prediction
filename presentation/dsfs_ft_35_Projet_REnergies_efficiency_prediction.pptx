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1"/>
  </p:notesMasterIdLst>
  <p:sldIdLst>
    <p:sldId id="256" r:id="rId3"/>
    <p:sldId id="263" r:id="rId4"/>
    <p:sldId id="286" r:id="rId5"/>
    <p:sldId id="274" r:id="rId6"/>
    <p:sldId id="270" r:id="rId7"/>
    <p:sldId id="273" r:id="rId8"/>
    <p:sldId id="275" r:id="rId9"/>
    <p:sldId id="271" r:id="rId10"/>
  </p:sldIdLst>
  <p:sldSz cx="9144000" cy="5143500" type="screen16x9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Medium" panose="020B0604020202020204" charset="0"/>
      <p:regular r:id="rId16"/>
      <p:bold r:id="rId17"/>
      <p:italic r:id="rId18"/>
      <p:boldItalic r:id="rId19"/>
    </p:embeddedFont>
    <p:embeddedFont>
      <p:font typeface="Inter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9EB"/>
    <a:srgbClr val="0E3449"/>
    <a:srgbClr val="41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72A00-7F79-4813-B4C2-C6564860F3F6}" v="61" dt="2025-11-19T15:31:23.6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072" autoAdjust="0"/>
  </p:normalViewPr>
  <p:slideViewPr>
    <p:cSldViewPr snapToGrid="0">
      <p:cViewPr varScale="1">
        <p:scale>
          <a:sx n="126" d="100"/>
          <a:sy n="126" d="100"/>
        </p:scale>
        <p:origin x="-4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Yves Vuillequez" userId="e7fac481abea6bd0" providerId="LiveId" clId="{79E365E8-22BC-4EC2-9606-9A9AC6CD1D22}"/>
    <pc:docChg chg="undo custSel addSld delSld modSld sldOrd">
      <pc:chgData name="Jean-Yves Vuillequez" userId="e7fac481abea6bd0" providerId="LiveId" clId="{79E365E8-22BC-4EC2-9606-9A9AC6CD1D22}" dt="2025-11-19T15:31:23.550" v="194" actId="1076"/>
      <pc:docMkLst>
        <pc:docMk/>
      </pc:docMkLst>
      <pc:sldChg chg="modSp mod">
        <pc:chgData name="Jean-Yves Vuillequez" userId="e7fac481abea6bd0" providerId="LiveId" clId="{79E365E8-22BC-4EC2-9606-9A9AC6CD1D22}" dt="2025-11-19T10:57:19.548" v="8" actId="20577"/>
        <pc:sldMkLst>
          <pc:docMk/>
          <pc:sldMk cId="0" sldId="256"/>
        </pc:sldMkLst>
        <pc:spChg chg="mod">
          <ac:chgData name="Jean-Yves Vuillequez" userId="e7fac481abea6bd0" providerId="LiveId" clId="{79E365E8-22BC-4EC2-9606-9A9AC6CD1D22}" dt="2025-11-19T10:57:15.860" v="4" actId="20577"/>
          <ac:spMkLst>
            <pc:docMk/>
            <pc:sldMk cId="0" sldId="256"/>
            <ac:spMk id="54" creationId="{00000000-0000-0000-0000-000000000000}"/>
          </ac:spMkLst>
        </pc:spChg>
        <pc:spChg chg="mod">
          <ac:chgData name="Jean-Yves Vuillequez" userId="e7fac481abea6bd0" providerId="LiveId" clId="{79E365E8-22BC-4EC2-9606-9A9AC6CD1D22}" dt="2025-11-19T10:57:19.548" v="8" actId="20577"/>
          <ac:spMkLst>
            <pc:docMk/>
            <pc:sldMk cId="0" sldId="256"/>
            <ac:spMk id="57" creationId="{00000000-0000-0000-0000-000000000000}"/>
          </ac:spMkLst>
        </pc:spChg>
      </pc:sldChg>
      <pc:sldChg chg="delSp modSp add del mod">
        <pc:chgData name="Jean-Yves Vuillequez" userId="e7fac481abea6bd0" providerId="LiveId" clId="{79E365E8-22BC-4EC2-9606-9A9AC6CD1D22}" dt="2025-11-19T10:57:53.045" v="42" actId="20577"/>
        <pc:sldMkLst>
          <pc:docMk/>
          <pc:sldMk cId="0" sldId="263"/>
        </pc:sldMkLst>
        <pc:spChg chg="mod">
          <ac:chgData name="Jean-Yves Vuillequez" userId="e7fac481abea6bd0" providerId="LiveId" clId="{79E365E8-22BC-4EC2-9606-9A9AC6CD1D22}" dt="2025-11-19T10:57:53.045" v="42" actId="20577"/>
          <ac:spMkLst>
            <pc:docMk/>
            <pc:sldMk cId="0" sldId="263"/>
            <ac:spMk id="61" creationId="{00000000-0000-0000-0000-000000000000}"/>
          </ac:spMkLst>
        </pc:spChg>
        <pc:picChg chg="del mod">
          <ac:chgData name="Jean-Yves Vuillequez" userId="e7fac481abea6bd0" providerId="LiveId" clId="{79E365E8-22BC-4EC2-9606-9A9AC6CD1D22}" dt="2025-11-19T10:57:28.093" v="13" actId="478"/>
          <ac:picMkLst>
            <pc:docMk/>
            <pc:sldMk cId="0" sldId="263"/>
            <ac:picMk id="5" creationId="{BF507C43-8C8F-F14C-A2E6-D966FC03A531}"/>
          </ac:picMkLst>
        </pc:picChg>
      </pc:sldChg>
      <pc:sldChg chg="del">
        <pc:chgData name="Jean-Yves Vuillequez" userId="e7fac481abea6bd0" providerId="LiveId" clId="{79E365E8-22BC-4EC2-9606-9A9AC6CD1D22}" dt="2025-11-19T10:57:21.256" v="9" actId="47"/>
        <pc:sldMkLst>
          <pc:docMk/>
          <pc:sldMk cId="0" sldId="264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0" sldId="265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1868318443" sldId="266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2644984178" sldId="267"/>
        </pc:sldMkLst>
      </pc:sldChg>
      <pc:sldChg chg="addSp delSp modSp mod">
        <pc:chgData name="Jean-Yves Vuillequez" userId="e7fac481abea6bd0" providerId="LiveId" clId="{79E365E8-22BC-4EC2-9606-9A9AC6CD1D22}" dt="2025-11-19T15:27:31.625" v="178" actId="22"/>
        <pc:sldMkLst>
          <pc:docMk/>
          <pc:sldMk cId="0" sldId="270"/>
        </pc:sldMkLst>
        <pc:spChg chg="add del">
          <ac:chgData name="Jean-Yves Vuillequez" userId="e7fac481abea6bd0" providerId="LiveId" clId="{79E365E8-22BC-4EC2-9606-9A9AC6CD1D22}" dt="2025-11-19T15:27:31.625" v="178" actId="22"/>
          <ac:spMkLst>
            <pc:docMk/>
            <pc:sldMk cId="0" sldId="270"/>
            <ac:spMk id="5" creationId="{CFDEE9DF-9D18-D97C-5C14-CA1236A83E99}"/>
          </ac:spMkLst>
        </pc:spChg>
        <pc:spChg chg="mod">
          <ac:chgData name="Jean-Yves Vuillequez" userId="e7fac481abea6bd0" providerId="LiveId" clId="{79E365E8-22BC-4EC2-9606-9A9AC6CD1D22}" dt="2025-11-19T14:03:00.878" v="125" actId="108"/>
          <ac:spMkLst>
            <pc:docMk/>
            <pc:sldMk cId="0" sldId="270"/>
            <ac:spMk id="178" creationId="{00000000-0000-0000-0000-000000000000}"/>
          </ac:spMkLst>
        </pc:spChg>
        <pc:spChg chg="mod">
          <ac:chgData name="Jean-Yves Vuillequez" userId="e7fac481abea6bd0" providerId="LiveId" clId="{79E365E8-22BC-4EC2-9606-9A9AC6CD1D22}" dt="2025-11-19T11:00:50.475" v="83" actId="14100"/>
          <ac:spMkLst>
            <pc:docMk/>
            <pc:sldMk cId="0" sldId="270"/>
            <ac:spMk id="181" creationId="{00000000-0000-0000-0000-000000000000}"/>
          </ac:spMkLst>
        </pc:spChg>
        <pc:spChg chg="del">
          <ac:chgData name="Jean-Yves Vuillequez" userId="e7fac481abea6bd0" providerId="LiveId" clId="{79E365E8-22BC-4EC2-9606-9A9AC6CD1D22}" dt="2025-11-19T11:00:46.457" v="81" actId="478"/>
          <ac:spMkLst>
            <pc:docMk/>
            <pc:sldMk cId="0" sldId="270"/>
            <ac:spMk id="182" creationId="{00000000-0000-0000-0000-000000000000}"/>
          </ac:spMkLst>
        </pc:spChg>
        <pc:picChg chg="add del">
          <ac:chgData name="Jean-Yves Vuillequez" userId="e7fac481abea6bd0" providerId="LiveId" clId="{79E365E8-22BC-4EC2-9606-9A9AC6CD1D22}" dt="2025-11-19T11:04:20.428" v="92" actId="22"/>
          <ac:picMkLst>
            <pc:docMk/>
            <pc:sldMk cId="0" sldId="270"/>
            <ac:picMk id="3" creationId="{385EAD59-F5EF-433F-E72D-66416F21249B}"/>
          </ac:picMkLst>
        </pc:picChg>
      </pc:sldChg>
      <pc:sldChg chg="del">
        <pc:chgData name="Jean-Yves Vuillequez" userId="e7fac481abea6bd0" providerId="LiveId" clId="{79E365E8-22BC-4EC2-9606-9A9AC6CD1D22}" dt="2025-11-19T14:02:01.719" v="119" actId="47"/>
        <pc:sldMkLst>
          <pc:docMk/>
          <pc:sldMk cId="2182015625" sldId="272"/>
        </pc:sldMkLst>
      </pc:sldChg>
      <pc:sldChg chg="add del">
        <pc:chgData name="Jean-Yves Vuillequez" userId="e7fac481abea6bd0" providerId="LiveId" clId="{79E365E8-22BC-4EC2-9606-9A9AC6CD1D22}" dt="2025-11-19T14:02:17.709" v="121" actId="47"/>
        <pc:sldMkLst>
          <pc:docMk/>
          <pc:sldMk cId="1023234914" sldId="273"/>
        </pc:sldMkLst>
      </pc:sldChg>
      <pc:sldChg chg="modSp add del mod">
        <pc:chgData name="Jean-Yves Vuillequez" userId="e7fac481abea6bd0" providerId="LiveId" clId="{79E365E8-22BC-4EC2-9606-9A9AC6CD1D22}" dt="2025-11-19T14:03:57.617" v="139" actId="20577"/>
        <pc:sldMkLst>
          <pc:docMk/>
          <pc:sldMk cId="1558646683" sldId="273"/>
        </pc:sldMkLst>
        <pc:spChg chg="mod">
          <ac:chgData name="Jean-Yves Vuillequez" userId="e7fac481abea6bd0" providerId="LiveId" clId="{79E365E8-22BC-4EC2-9606-9A9AC6CD1D22}" dt="2025-11-19T14:03:57.617" v="139" actId="20577"/>
          <ac:spMkLst>
            <pc:docMk/>
            <pc:sldMk cId="1558646683" sldId="273"/>
            <ac:spMk id="62" creationId="{1465D56F-7913-AD4E-8248-AEC9AC3FBC16}"/>
          </ac:spMkLst>
        </pc:spChg>
      </pc:sldChg>
      <pc:sldChg chg="delSp modSp del mod delAnim">
        <pc:chgData name="Jean-Yves Vuillequez" userId="e7fac481abea6bd0" providerId="LiveId" clId="{79E365E8-22BC-4EC2-9606-9A9AC6CD1D22}" dt="2025-11-19T11:00:27.703" v="73" actId="2696"/>
        <pc:sldMkLst>
          <pc:docMk/>
          <pc:sldMk cId="76015710" sldId="274"/>
        </pc:sldMkLst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5" creationId="{88A106DF-7A83-DB85-D675-3B89338AAC0D}"/>
          </ac:spMkLst>
        </pc:spChg>
        <pc:spChg chg="del">
          <ac:chgData name="Jean-Yves Vuillequez" userId="e7fac481abea6bd0" providerId="LiveId" clId="{79E365E8-22BC-4EC2-9606-9A9AC6CD1D22}" dt="2025-11-19T10:58:36.593" v="49" actId="478"/>
          <ac:spMkLst>
            <pc:docMk/>
            <pc:sldMk cId="76015710" sldId="274"/>
            <ac:spMk id="9" creationId="{0EA1EBA7-5A55-2DB4-2AAA-7181ADF95728}"/>
          </ac:spMkLst>
        </pc:spChg>
        <pc:spChg chg="del">
          <ac:chgData name="Jean-Yves Vuillequez" userId="e7fac481abea6bd0" providerId="LiveId" clId="{79E365E8-22BC-4EC2-9606-9A9AC6CD1D22}" dt="2025-11-19T10:58:36.593" v="49" actId="478"/>
          <ac:spMkLst>
            <pc:docMk/>
            <pc:sldMk cId="76015710" sldId="274"/>
            <ac:spMk id="10" creationId="{A409361B-330D-D2A5-D967-903166D5DAE4}"/>
          </ac:spMkLst>
        </pc:spChg>
        <pc:spChg chg="del">
          <ac:chgData name="Jean-Yves Vuillequez" userId="e7fac481abea6bd0" providerId="LiveId" clId="{79E365E8-22BC-4EC2-9606-9A9AC6CD1D22}" dt="2025-11-19T10:58:36.593" v="49" actId="478"/>
          <ac:spMkLst>
            <pc:docMk/>
            <pc:sldMk cId="76015710" sldId="274"/>
            <ac:spMk id="11" creationId="{F0A9E65F-DDDA-6923-AE09-42C784AB054A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15" creationId="{60EA83CE-862E-0716-7D4B-D10594298AFC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17" creationId="{8304CF66-5C77-FB70-A0AB-14108326AAF8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30" creationId="{4E85C3F7-9A4B-4403-40BA-E16E7B8AA378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31" creationId="{D4DF20D5-B823-CD4C-6253-AA52E542825B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38" creationId="{BB03DB3F-AABC-78B6-177C-8257943D252C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46" creationId="{322DB39E-A9B2-B285-9879-968293AD4F66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51" creationId="{0CF2B953-3A17-D1D1-0C1F-3CC46B1E9440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54" creationId="{B4290750-3B48-DB32-F34D-A5ED50FB2781}"/>
          </ac:spMkLst>
        </pc:spChg>
        <pc:spChg chg="del">
          <ac:chgData name="Jean-Yves Vuillequez" userId="e7fac481abea6bd0" providerId="LiveId" clId="{79E365E8-22BC-4EC2-9606-9A9AC6CD1D22}" dt="2025-11-19T10:58:33.360" v="48" actId="478"/>
          <ac:spMkLst>
            <pc:docMk/>
            <pc:sldMk cId="76015710" sldId="274"/>
            <ac:spMk id="55" creationId="{0E6AC91E-885F-D28E-5599-E7B82E562698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64" creationId="{AB510ECB-2555-D6DB-1542-96D0D3B9EEC4}"/>
          </ac:spMkLst>
        </pc:spChg>
      </pc:sldChg>
      <pc:sldChg chg="addSp delSp modSp add mod ord">
        <pc:chgData name="Jean-Yves Vuillequez" userId="e7fac481abea6bd0" providerId="LiveId" clId="{79E365E8-22BC-4EC2-9606-9A9AC6CD1D22}" dt="2025-11-19T15:31:23.550" v="194" actId="1076"/>
        <pc:sldMkLst>
          <pc:docMk/>
          <pc:sldMk cId="1821755839" sldId="274"/>
        </pc:sldMkLst>
        <pc:spChg chg="add del">
          <ac:chgData name="Jean-Yves Vuillequez" userId="e7fac481abea6bd0" providerId="LiveId" clId="{79E365E8-22BC-4EC2-9606-9A9AC6CD1D22}" dt="2025-11-19T15:21:25.434" v="149" actId="22"/>
          <ac:spMkLst>
            <pc:docMk/>
            <pc:sldMk cId="1821755839" sldId="274"/>
            <ac:spMk id="5" creationId="{42ECEDB8-E4FE-DAD1-959E-CE1C852FF3B7}"/>
          </ac:spMkLst>
        </pc:spChg>
        <pc:spChg chg="add del">
          <ac:chgData name="Jean-Yves Vuillequez" userId="e7fac481abea6bd0" providerId="LiveId" clId="{79E365E8-22BC-4EC2-9606-9A9AC6CD1D22}" dt="2025-11-19T15:25:59.512" v="172" actId="22"/>
          <ac:spMkLst>
            <pc:docMk/>
            <pc:sldMk cId="1821755839" sldId="274"/>
            <ac:spMk id="7" creationId="{A1088045-42F5-FD97-ED83-6AEF73316F36}"/>
          </ac:spMkLst>
        </pc:spChg>
        <pc:spChg chg="add del">
          <ac:chgData name="Jean-Yves Vuillequez" userId="e7fac481abea6bd0" providerId="LiveId" clId="{79E365E8-22BC-4EC2-9606-9A9AC6CD1D22}" dt="2025-11-19T15:31:05.378" v="184" actId="22"/>
          <ac:spMkLst>
            <pc:docMk/>
            <pc:sldMk cId="1821755839" sldId="274"/>
            <ac:spMk id="9" creationId="{C85936DC-7A36-C7FD-89BC-2AF218A582C2}"/>
          </ac:spMkLst>
        </pc:spChg>
        <pc:picChg chg="add mod">
          <ac:chgData name="Jean-Yves Vuillequez" userId="e7fac481abea6bd0" providerId="LiveId" clId="{79E365E8-22BC-4EC2-9606-9A9AC6CD1D22}" dt="2025-11-19T15:07:19.367" v="147" actId="1076"/>
          <ac:picMkLst>
            <pc:docMk/>
            <pc:sldMk cId="1821755839" sldId="274"/>
            <ac:picMk id="3" creationId="{B2469126-D060-A3A0-24FE-3940B83EED58}"/>
          </ac:picMkLst>
        </pc:picChg>
        <pc:picChg chg="add mod">
          <ac:chgData name="Jean-Yves Vuillequez" userId="e7fac481abea6bd0" providerId="LiveId" clId="{79E365E8-22BC-4EC2-9606-9A9AC6CD1D22}" dt="2025-11-19T15:31:23.550" v="194" actId="1076"/>
          <ac:picMkLst>
            <pc:docMk/>
            <pc:sldMk cId="1821755839" sldId="274"/>
            <ac:picMk id="1026" creationId="{923FE2F2-F305-A7CE-975B-2A2BA912E4B7}"/>
          </ac:picMkLst>
        </pc:picChg>
        <pc:picChg chg="add mod">
          <ac:chgData name="Jean-Yves Vuillequez" userId="e7fac481abea6bd0" providerId="LiveId" clId="{79E365E8-22BC-4EC2-9606-9A9AC6CD1D22}" dt="2025-11-19T15:31:22.560" v="193" actId="1076"/>
          <ac:picMkLst>
            <pc:docMk/>
            <pc:sldMk cId="1821755839" sldId="274"/>
            <ac:picMk id="1028" creationId="{D0C03EA7-EAD6-1A33-21AE-920B9121582F}"/>
          </ac:picMkLst>
        </pc:picChg>
        <pc:picChg chg="add mod">
          <ac:chgData name="Jean-Yves Vuillequez" userId="e7fac481abea6bd0" providerId="LiveId" clId="{79E365E8-22BC-4EC2-9606-9A9AC6CD1D22}" dt="2025-11-19T15:31:21.682" v="192" actId="1076"/>
          <ac:picMkLst>
            <pc:docMk/>
            <pc:sldMk cId="1821755839" sldId="274"/>
            <ac:picMk id="1030" creationId="{2941D76B-6840-C572-907F-F3680B66EBF7}"/>
          </ac:picMkLst>
        </pc:picChg>
        <pc:picChg chg="add mod">
          <ac:chgData name="Jean-Yves Vuillequez" userId="e7fac481abea6bd0" providerId="LiveId" clId="{79E365E8-22BC-4EC2-9606-9A9AC6CD1D22}" dt="2025-11-19T15:31:20.951" v="191" actId="1076"/>
          <ac:picMkLst>
            <pc:docMk/>
            <pc:sldMk cId="1821755839" sldId="274"/>
            <ac:picMk id="1032" creationId="{0AA62D0C-7533-F64F-5205-AC2C6EB164FE}"/>
          </ac:picMkLst>
        </pc:picChg>
        <pc:picChg chg="add mod">
          <ac:chgData name="Jean-Yves Vuillequez" userId="e7fac481abea6bd0" providerId="LiveId" clId="{79E365E8-22BC-4EC2-9606-9A9AC6CD1D22}" dt="2025-11-19T15:31:20.132" v="190" actId="1076"/>
          <ac:picMkLst>
            <pc:docMk/>
            <pc:sldMk cId="1821755839" sldId="274"/>
            <ac:picMk id="1034" creationId="{748B16F9-6C53-91C1-4712-424BF6CE8989}"/>
          </ac:picMkLst>
        </pc:picChg>
        <pc:picChg chg="add mod">
          <ac:chgData name="Jean-Yves Vuillequez" userId="e7fac481abea6bd0" providerId="LiveId" clId="{79E365E8-22BC-4EC2-9606-9A9AC6CD1D22}" dt="2025-11-19T15:31:19.120" v="189" actId="1076"/>
          <ac:picMkLst>
            <pc:docMk/>
            <pc:sldMk cId="1821755839" sldId="274"/>
            <ac:picMk id="1036" creationId="{135630BC-F5F0-17C1-438A-A312C16997F8}"/>
          </ac:picMkLst>
        </pc:picChg>
        <pc:picChg chg="add mod">
          <ac:chgData name="Jean-Yves Vuillequez" userId="e7fac481abea6bd0" providerId="LiveId" clId="{79E365E8-22BC-4EC2-9606-9A9AC6CD1D22}" dt="2025-11-19T15:31:17.953" v="188" actId="1076"/>
          <ac:picMkLst>
            <pc:docMk/>
            <pc:sldMk cId="1821755839" sldId="274"/>
            <ac:picMk id="1038" creationId="{1B3822DD-A0E9-A37F-0DE9-40781F1C3DF4}"/>
          </ac:picMkLst>
        </pc:picChg>
      </pc:sldChg>
      <pc:sldChg chg="modSp del mod">
        <pc:chgData name="Jean-Yves Vuillequez" userId="e7fac481abea6bd0" providerId="LiveId" clId="{79E365E8-22BC-4EC2-9606-9A9AC6CD1D22}" dt="2025-11-19T11:00:27.703" v="73" actId="2696"/>
        <pc:sldMkLst>
          <pc:docMk/>
          <pc:sldMk cId="4075992510" sldId="275"/>
        </pc:sldMkLst>
        <pc:spChg chg="mod">
          <ac:chgData name="Jean-Yves Vuillequez" userId="e7fac481abea6bd0" providerId="LiveId" clId="{79E365E8-22BC-4EC2-9606-9A9AC6CD1D22}" dt="2025-11-19T10:58:13.405" v="45" actId="20577"/>
          <ac:spMkLst>
            <pc:docMk/>
            <pc:sldMk cId="4075992510" sldId="275"/>
            <ac:spMk id="13" creationId="{A4E917A3-F694-3B96-CCCF-E8B993CF7914}"/>
          </ac:spMkLst>
        </pc:spChg>
        <pc:graphicFrameChg chg="modGraphic">
          <ac:chgData name="Jean-Yves Vuillequez" userId="e7fac481abea6bd0" providerId="LiveId" clId="{79E365E8-22BC-4EC2-9606-9A9AC6CD1D22}" dt="2025-11-19T10:58:19.644" v="46" actId="6549"/>
          <ac:graphicFrameMkLst>
            <pc:docMk/>
            <pc:sldMk cId="4075992510" sldId="275"/>
            <ac:graphicFrameMk id="2" creationId="{B369D15F-B77E-9E89-4E59-4FB8C96A6FDE}"/>
          </ac:graphicFrameMkLst>
        </pc:graphicFrameChg>
      </pc:sldChg>
      <pc:sldChg chg="addSp delSp modSp add mod ord">
        <pc:chgData name="Jean-Yves Vuillequez" userId="e7fac481abea6bd0" providerId="LiveId" clId="{79E365E8-22BC-4EC2-9606-9A9AC6CD1D22}" dt="2025-11-19T14:03:15.846" v="127"/>
        <pc:sldMkLst>
          <pc:docMk/>
          <pc:sldMk cId="4088050223" sldId="275"/>
        </pc:sldMkLst>
        <pc:spChg chg="add del">
          <ac:chgData name="Jean-Yves Vuillequez" userId="e7fac481abea6bd0" providerId="LiveId" clId="{79E365E8-22BC-4EC2-9606-9A9AC6CD1D22}" dt="2025-11-19T11:01:19.282" v="90" actId="478"/>
          <ac:spMkLst>
            <pc:docMk/>
            <pc:sldMk cId="4088050223" sldId="275"/>
            <ac:spMk id="13" creationId="{A4E917A3-F694-3B96-CCCF-E8B993CF7914}"/>
          </ac:spMkLst>
        </pc:spChg>
        <pc:spChg chg="add del">
          <ac:chgData name="Jean-Yves Vuillequez" userId="e7fac481abea6bd0" providerId="LiveId" clId="{79E365E8-22BC-4EC2-9606-9A9AC6CD1D22}" dt="2025-11-19T11:01:19.282" v="90" actId="478"/>
          <ac:spMkLst>
            <pc:docMk/>
            <pc:sldMk cId="4088050223" sldId="275"/>
            <ac:spMk id="14" creationId="{6490E61E-43C0-47B3-660A-106B5E881ADD}"/>
          </ac:spMkLst>
        </pc:spChg>
        <pc:graphicFrameChg chg="mod modGraphic">
          <ac:chgData name="Jean-Yves Vuillequez" userId="e7fac481abea6bd0" providerId="LiveId" clId="{79E365E8-22BC-4EC2-9606-9A9AC6CD1D22}" dt="2025-11-19T11:01:13.345" v="88" actId="2161"/>
          <ac:graphicFrameMkLst>
            <pc:docMk/>
            <pc:sldMk cId="4088050223" sldId="275"/>
            <ac:graphicFrameMk id="2" creationId="{B369D15F-B77E-9E89-4E59-4FB8C96A6FDE}"/>
          </ac:graphicFrameMkLst>
        </pc:graphicFrameChg>
      </pc:sldChg>
      <pc:sldChg chg="del">
        <pc:chgData name="Jean-Yves Vuillequez" userId="e7fac481abea6bd0" providerId="LiveId" clId="{79E365E8-22BC-4EC2-9606-9A9AC6CD1D22}" dt="2025-11-19T10:58:46.543" v="50" actId="47"/>
        <pc:sldMkLst>
          <pc:docMk/>
          <pc:sldMk cId="4260295178" sldId="276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2782134582" sldId="280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3379059680" sldId="281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1308464095" sldId="282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3541112122" sldId="283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3746995239" sldId="284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2602082869" sldId="285"/>
        </pc:sldMkLst>
      </pc:sldChg>
      <pc:sldChg chg="addSp delSp modSp mod delAnim">
        <pc:chgData name="Jean-Yves Vuillequez" userId="e7fac481abea6bd0" providerId="LiveId" clId="{79E365E8-22BC-4EC2-9606-9A9AC6CD1D22}" dt="2025-11-19T15:04:11.263" v="144"/>
        <pc:sldMkLst>
          <pc:docMk/>
          <pc:sldMk cId="406580661" sldId="286"/>
        </pc:sldMkLst>
        <pc:spChg chg="add del mod">
          <ac:chgData name="Jean-Yves Vuillequez" userId="e7fac481abea6bd0" providerId="LiveId" clId="{79E365E8-22BC-4EC2-9606-9A9AC6CD1D22}" dt="2025-11-19T15:04:10.897" v="143" actId="478"/>
          <ac:spMkLst>
            <pc:docMk/>
            <pc:sldMk cId="406580661" sldId="286"/>
            <ac:spMk id="3" creationId="{C43968D4-0691-98E3-02E7-DB654E7392F3}"/>
          </ac:spMkLst>
        </pc:spChg>
        <pc:spChg chg="add mod">
          <ac:chgData name="Jean-Yves Vuillequez" userId="e7fac481abea6bd0" providerId="LiveId" clId="{79E365E8-22BC-4EC2-9606-9A9AC6CD1D22}" dt="2025-11-19T15:04:11.263" v="144"/>
          <ac:spMkLst>
            <pc:docMk/>
            <pc:sldMk cId="406580661" sldId="286"/>
            <ac:spMk id="4" creationId="{0649B650-4A2A-7387-5E59-6EEF0B39EF13}"/>
          </ac:spMkLst>
        </pc:spChg>
        <pc:spChg chg="del">
          <ac:chgData name="Jean-Yves Vuillequez" userId="e7fac481abea6bd0" providerId="LiveId" clId="{79E365E8-22BC-4EC2-9606-9A9AC6CD1D22}" dt="2025-11-19T15:03:54.191" v="140" actId="478"/>
          <ac:spMkLst>
            <pc:docMk/>
            <pc:sldMk cId="406580661" sldId="286"/>
            <ac:spMk id="69" creationId="{2DFE67F9-5520-F4B8-B6C5-40C9605525B6}"/>
          </ac:spMkLst>
        </pc:spChg>
        <pc:spChg chg="del mod">
          <ac:chgData name="Jean-Yves Vuillequez" userId="e7fac481abea6bd0" providerId="LiveId" clId="{79E365E8-22BC-4EC2-9606-9A9AC6CD1D22}" dt="2025-11-19T15:04:08.497" v="142" actId="478"/>
          <ac:spMkLst>
            <pc:docMk/>
            <pc:sldMk cId="406580661" sldId="286"/>
            <ac:spMk id="73" creationId="{1362DE8B-B008-E6AB-C9CD-6095A12B8D39}"/>
          </ac:spMkLst>
        </pc:spChg>
        <pc:spChg chg="del mod">
          <ac:chgData name="Jean-Yves Vuillequez" userId="e7fac481abea6bd0" providerId="LiveId" clId="{79E365E8-22BC-4EC2-9606-9A9AC6CD1D22}" dt="2025-11-19T15:03:54.191" v="140" actId="478"/>
          <ac:spMkLst>
            <pc:docMk/>
            <pc:sldMk cId="406580661" sldId="286"/>
            <ac:spMk id="74" creationId="{594EF5A4-95A8-DB9E-307C-92C5044EEF3F}"/>
          </ac:spMkLst>
        </pc:spChg>
        <pc:spChg chg="del mod">
          <ac:chgData name="Jean-Yves Vuillequez" userId="e7fac481abea6bd0" providerId="LiveId" clId="{79E365E8-22BC-4EC2-9606-9A9AC6CD1D22}" dt="2025-11-19T15:03:57.484" v="141" actId="478"/>
          <ac:spMkLst>
            <pc:docMk/>
            <pc:sldMk cId="406580661" sldId="286"/>
            <ac:spMk id="75" creationId="{2DA76B5D-5507-C433-3A50-BA24AFDD5759}"/>
          </ac:spMkLst>
        </pc:spChg>
        <pc:spChg chg="del mod">
          <ac:chgData name="Jean-Yves Vuillequez" userId="e7fac481abea6bd0" providerId="LiveId" clId="{79E365E8-22BC-4EC2-9606-9A9AC6CD1D22}" dt="2025-11-19T15:03:57.484" v="141" actId="478"/>
          <ac:spMkLst>
            <pc:docMk/>
            <pc:sldMk cId="406580661" sldId="286"/>
            <ac:spMk id="76" creationId="{0D0BEA13-407D-BB40-EDD4-89543044A7D8}"/>
          </ac:spMkLst>
        </pc:spChg>
        <pc:spChg chg="del mod">
          <ac:chgData name="Jean-Yves Vuillequez" userId="e7fac481abea6bd0" providerId="LiveId" clId="{79E365E8-22BC-4EC2-9606-9A9AC6CD1D22}" dt="2025-11-19T15:03:57.484" v="141" actId="478"/>
          <ac:spMkLst>
            <pc:docMk/>
            <pc:sldMk cId="406580661" sldId="286"/>
            <ac:spMk id="77" creationId="{4B2D55FD-E6CB-F70B-1A6D-C59E9EAB43E2}"/>
          </ac:spMkLst>
        </pc:spChg>
        <pc:spChg chg="del">
          <ac:chgData name="Jean-Yves Vuillequez" userId="e7fac481abea6bd0" providerId="LiveId" clId="{79E365E8-22BC-4EC2-9606-9A9AC6CD1D22}" dt="2025-11-19T10:59:15.865" v="69" actId="478"/>
          <ac:spMkLst>
            <pc:docMk/>
            <pc:sldMk cId="406580661" sldId="286"/>
            <ac:spMk id="78" creationId="{EE57DF56-19D6-5F9D-623C-FD197620AB38}"/>
          </ac:spMkLst>
        </pc:spChg>
        <pc:spChg chg="del">
          <ac:chgData name="Jean-Yves Vuillequez" userId="e7fac481abea6bd0" providerId="LiveId" clId="{79E365E8-22BC-4EC2-9606-9A9AC6CD1D22}" dt="2025-11-19T10:59:15.865" v="69" actId="478"/>
          <ac:spMkLst>
            <pc:docMk/>
            <pc:sldMk cId="406580661" sldId="286"/>
            <ac:spMk id="79" creationId="{9872CB08-4753-4C4E-189F-43C9459E961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081D85CA-CBDD-86E6-B0B5-D1C585E88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B1ACCFF7-C67A-572A-6177-0C334A294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>
            <a:extLst>
              <a:ext uri="{FF2B5EF4-FFF2-40B4-BE49-F238E27FC236}">
                <a16:creationId xmlns:a16="http://schemas.microsoft.com/office/drawing/2014/main" id="{0B9EFFA9-E1D4-49B5-8E0B-03E1822A93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4952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01F1211-8719-8070-13C6-DFAABBD5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24E1F0BF-E30D-AAB8-17C4-1E198C29A8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FAE7E81C-5300-A69F-6961-16DCBFE11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Collecte des données</a:t>
            </a:r>
          </a:p>
          <a:p>
            <a:r>
              <a:rPr lang="fr-FR" dirty="0"/>
              <a:t>Données météo </a:t>
            </a:r>
            <a:r>
              <a:rPr lang="fr-FR" dirty="0" err="1"/>
              <a:t>OpenWeather</a:t>
            </a:r>
            <a:r>
              <a:rPr lang="fr-FR" dirty="0"/>
              <a:t> (API)</a:t>
            </a:r>
          </a:p>
          <a:p>
            <a:r>
              <a:rPr lang="fr-FR" dirty="0"/>
              <a:t>Données satellite Landsat (USGS)</a:t>
            </a:r>
          </a:p>
          <a:p>
            <a:r>
              <a:rPr lang="fr-FR" dirty="0"/>
              <a:t>Historique RTE</a:t>
            </a:r>
          </a:p>
          <a:p>
            <a:r>
              <a:rPr lang="fr-FR" dirty="0"/>
              <a:t>Données solaires locales</a:t>
            </a:r>
          </a:p>
          <a:p>
            <a:r>
              <a:rPr lang="fr-FR" b="1" dirty="0"/>
              <a:t>2. Préparation &amp; nettoyage</a:t>
            </a:r>
          </a:p>
          <a:p>
            <a:r>
              <a:rPr lang="fr-FR" dirty="0"/>
              <a:t>Standardisation</a:t>
            </a:r>
          </a:p>
          <a:p>
            <a:r>
              <a:rPr lang="fr-FR" dirty="0"/>
              <a:t>Alignement temporel</a:t>
            </a:r>
          </a:p>
          <a:p>
            <a:r>
              <a:rPr lang="fr-FR" dirty="0"/>
              <a:t>Filtrage géographique Rhône-Alpes</a:t>
            </a:r>
          </a:p>
          <a:p>
            <a:r>
              <a:rPr lang="fr-FR" dirty="0"/>
              <a:t>Mise en qualité</a:t>
            </a:r>
          </a:p>
          <a:p>
            <a:r>
              <a:rPr lang="fr-FR" b="1" dirty="0"/>
              <a:t>3. Entraînement &amp; suivi du modèle</a:t>
            </a:r>
          </a:p>
          <a:p>
            <a:r>
              <a:rPr lang="fr-FR" dirty="0"/>
              <a:t>Entraînement local</a:t>
            </a:r>
          </a:p>
          <a:p>
            <a:r>
              <a:rPr lang="fr-FR" dirty="0"/>
              <a:t>Suivi via </a:t>
            </a:r>
            <a:r>
              <a:rPr lang="fr-FR" dirty="0" err="1"/>
              <a:t>MLflow</a:t>
            </a:r>
            <a:endParaRPr lang="fr-FR" dirty="0"/>
          </a:p>
          <a:p>
            <a:r>
              <a:rPr lang="fr-FR" dirty="0" err="1"/>
              <a:t>Versionning</a:t>
            </a:r>
            <a:r>
              <a:rPr lang="fr-FR" dirty="0"/>
              <a:t> dans Model </a:t>
            </a:r>
            <a:r>
              <a:rPr lang="fr-FR" dirty="0" err="1"/>
              <a:t>Registry</a:t>
            </a:r>
            <a:endParaRPr lang="fr-FR" dirty="0"/>
          </a:p>
          <a:p>
            <a:r>
              <a:rPr lang="fr-FR" b="1" dirty="0"/>
              <a:t>4. API &amp; Application</a:t>
            </a:r>
          </a:p>
          <a:p>
            <a:r>
              <a:rPr lang="fr-FR" dirty="0"/>
              <a:t>Modèle servi via une API</a:t>
            </a:r>
          </a:p>
          <a:p>
            <a:r>
              <a:rPr lang="fr-FR" dirty="0"/>
              <a:t>Dashboard </a:t>
            </a:r>
            <a:r>
              <a:rPr lang="fr-FR" dirty="0" err="1"/>
              <a:t>Streamlit</a:t>
            </a:r>
            <a:endParaRPr lang="fr-FR" dirty="0"/>
          </a:p>
          <a:p>
            <a:r>
              <a:rPr lang="fr-FR" dirty="0"/>
              <a:t>EDA + prévisions 7 jours accessibles à l’utilisateur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0619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A2A17C4A-7811-F8FB-393C-7F4C3C6D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83FEA280-02EF-46EB-0B69-15B1DA0DC2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F956A9E6-7C2B-75B0-CA20-8D14F2C070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3613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F7CC36C7-11D0-8ADD-0BBF-ADF4FC60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F8C541B7-831D-4518-0FB6-DDC6BE367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3E1EB232-82F4-15BE-8BDF-5A53894E2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84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9328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8572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534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870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4902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2528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42620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8769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2943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62344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843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0910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5" y="2182215"/>
            <a:ext cx="6478200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xxxxx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35464" y="2929781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xxxx</a:t>
            </a:r>
            <a:endParaRPr sz="25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500" y="-17775"/>
            <a:ext cx="3335400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-FR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-FR"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-FR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Xxxxxxx</a:t>
            </a:r>
            <a:r>
              <a:rPr lang="fr-F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XXXXXXXX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200000"/>
              </a:lnSpc>
              <a:buSzPts val="1400"/>
            </a:pPr>
            <a:r>
              <a:rPr lang="fr-FR" dirty="0" err="1"/>
              <a:t>Xxxxxxx</a:t>
            </a:r>
            <a:r>
              <a:rPr lang="fr-FR" dirty="0"/>
              <a:t>  XXXXXXXX</a:t>
            </a:r>
          </a:p>
          <a:p>
            <a:pPr>
              <a:lnSpc>
                <a:spcPct val="200000"/>
              </a:lnSpc>
              <a:buSzPts val="1400"/>
            </a:pPr>
            <a:r>
              <a:rPr lang="fr-FR" dirty="0" err="1"/>
              <a:t>Xxxxxxx</a:t>
            </a:r>
            <a:r>
              <a:rPr lang="fr-FR" dirty="0"/>
              <a:t>  XXXXXXXX</a:t>
            </a:r>
          </a:p>
          <a:p>
            <a:pPr>
              <a:lnSpc>
                <a:spcPct val="200000"/>
              </a:lnSpc>
              <a:buSzPts val="1400"/>
            </a:pPr>
            <a:r>
              <a:rPr lang="fr-FR" dirty="0" err="1"/>
              <a:t>Xxxxxxx</a:t>
            </a:r>
            <a:r>
              <a:rPr lang="fr-FR" dirty="0"/>
              <a:t>  XXXXXXXX</a:t>
            </a:r>
          </a:p>
          <a:p>
            <a:pPr lvl="0">
              <a:lnSpc>
                <a:spcPct val="200000"/>
              </a:lnSpc>
              <a:buSzPts val="1400"/>
            </a:pPr>
            <a:endParaRPr lang="fr-FR" dirty="0"/>
          </a:p>
        </p:txBody>
      </p:sp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90600" y="1558399"/>
            <a:ext cx="2950300" cy="632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Group members</a:t>
            </a:r>
            <a:endParaRPr sz="240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C61C25B1-8526-F489-8EC8-46322447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>
            <a:extLst>
              <a:ext uri="{FF2B5EF4-FFF2-40B4-BE49-F238E27FC236}">
                <a16:creationId xmlns:a16="http://schemas.microsoft.com/office/drawing/2014/main" id="{6C332C7A-0C1B-7002-DD8F-E4EB26F3199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 b="1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Pitch</a:t>
            </a:r>
            <a:endParaRPr sz="2500" b="1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1" name="Google Shape;71;p3">
            <a:extLst>
              <a:ext uri="{FF2B5EF4-FFF2-40B4-BE49-F238E27FC236}">
                <a16:creationId xmlns:a16="http://schemas.microsoft.com/office/drawing/2014/main" id="{2535CC55-4646-912A-89CB-270E6E57968E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B6E60877-CBAF-4172-8F34-67BAD279BA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81;p8">
            <a:extLst>
              <a:ext uri="{FF2B5EF4-FFF2-40B4-BE49-F238E27FC236}">
                <a16:creationId xmlns:a16="http://schemas.microsoft.com/office/drawing/2014/main" id="{0649B650-4A2A-7387-5E59-6EEF0B39EF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5049"/>
            <a:ext cx="8520600" cy="358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 dirty="0" err="1"/>
              <a:t>wwwww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406580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02D340D-B8AB-12B1-1341-CA7D51F0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>
            <a:extLst>
              <a:ext uri="{FF2B5EF4-FFF2-40B4-BE49-F238E27FC236}">
                <a16:creationId xmlns:a16="http://schemas.microsoft.com/office/drawing/2014/main" id="{E0E7B8E7-F933-D99A-FC55-A7E0AFDF355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-IT" sz="2500" b="1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Pipeline data</a:t>
            </a:r>
            <a:endParaRPr lang="it-IT" sz="25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97" name="Google Shape;97;p5">
            <a:extLst>
              <a:ext uri="{FF2B5EF4-FFF2-40B4-BE49-F238E27FC236}">
                <a16:creationId xmlns:a16="http://schemas.microsoft.com/office/drawing/2014/main" id="{A1784225-A032-0CBA-51D9-09FCED9F28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>
            <a:extLst>
              <a:ext uri="{FF2B5EF4-FFF2-40B4-BE49-F238E27FC236}">
                <a16:creationId xmlns:a16="http://schemas.microsoft.com/office/drawing/2014/main" id="{0302C705-EB34-55B3-983C-81DA8BD20273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2469126-D060-A3A0-24FE-3940B83EE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275" y="868756"/>
            <a:ext cx="7355393" cy="393385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23FE2F2-F305-A7CE-975B-2A2BA912E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968" y="3152805"/>
            <a:ext cx="1080840" cy="108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0C03EA7-EAD6-1A33-21AE-920B91215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911" y="2285310"/>
            <a:ext cx="1470313" cy="840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941D76B-6840-C572-907F-F3680B66E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968" y="1643023"/>
            <a:ext cx="1008072" cy="73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AA62D0C-7533-F64F-5205-AC2C6EB16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6004" y="1117302"/>
            <a:ext cx="485958" cy="48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48B16F9-6C53-91C1-4712-424BF6CE8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7987" y="499821"/>
            <a:ext cx="656034" cy="656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135630BC-F5F0-17C1-438A-A312C1699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557" y="-23982"/>
            <a:ext cx="905699" cy="654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1B3822DD-A0E9-A37F-0DE9-40781F1C3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213" y="-560638"/>
            <a:ext cx="1783953" cy="654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755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b="1" dirty="0">
                <a:solidFill>
                  <a:srgbClr val="0E3449"/>
                </a:solidFill>
                <a:latin typeface="Inter SemiBold"/>
                <a:ea typeface="Inter SemiBold"/>
              </a:rPr>
              <a:t>Synthèse finale</a:t>
            </a:r>
            <a:endParaRPr sz="2500" b="1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179" name="Google Shape;17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>
            <a:spLocks noGrp="1"/>
          </p:cNvSpPr>
          <p:nvPr>
            <p:ph type="body" idx="1"/>
          </p:nvPr>
        </p:nvSpPr>
        <p:spPr>
          <a:xfrm>
            <a:off x="311700" y="1155049"/>
            <a:ext cx="8520600" cy="358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 dirty="0" err="1"/>
              <a:t>wwwww</a:t>
            </a:r>
            <a:endParaRPr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3BCB29B3-B3D2-DE90-1424-FBF05B303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1465D56F-7913-AD4E-8248-AEC9AC3FBC1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2" y="1702750"/>
            <a:ext cx="53151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Annexes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4">
            <a:extLst>
              <a:ext uri="{FF2B5EF4-FFF2-40B4-BE49-F238E27FC236}">
                <a16:creationId xmlns:a16="http://schemas.microsoft.com/office/drawing/2014/main" id="{0E69C9FD-1E2B-ED3F-EE4F-0F766FA3F0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864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6EDD131-5809-747C-6E95-185A073D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>
            <a:extLst>
              <a:ext uri="{FF2B5EF4-FFF2-40B4-BE49-F238E27FC236}">
                <a16:creationId xmlns:a16="http://schemas.microsoft.com/office/drawing/2014/main" id="{CFE260F2-EC75-DDF8-CE55-329FB5D8E4C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-IT" sz="2500" b="1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Sources de données</a:t>
            </a:r>
            <a:endParaRPr lang="it-IT" sz="2500" b="0" i="0" u="none" strike="noStrike" cap="non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97" name="Google Shape;97;p5">
            <a:extLst>
              <a:ext uri="{FF2B5EF4-FFF2-40B4-BE49-F238E27FC236}">
                <a16:creationId xmlns:a16="http://schemas.microsoft.com/office/drawing/2014/main" id="{66739ED7-F6B1-16FF-21A5-52FBD2C06D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>
            <a:extLst>
              <a:ext uri="{FF2B5EF4-FFF2-40B4-BE49-F238E27FC236}">
                <a16:creationId xmlns:a16="http://schemas.microsoft.com/office/drawing/2014/main" id="{CF1380DA-0568-3714-99DF-1C8C31BCE89D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B369D15F-B77E-9E89-4E59-4FB8C96A6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31957"/>
              </p:ext>
            </p:extLst>
          </p:nvPr>
        </p:nvGraphicFramePr>
        <p:xfrm>
          <a:off x="463375" y="2145111"/>
          <a:ext cx="8283386" cy="231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225">
                  <a:extLst>
                    <a:ext uri="{9D8B030D-6E8A-4147-A177-3AD203B41FA5}">
                      <a16:colId xmlns:a16="http://schemas.microsoft.com/office/drawing/2014/main" val="2306203329"/>
                    </a:ext>
                  </a:extLst>
                </a:gridCol>
                <a:gridCol w="3031958">
                  <a:extLst>
                    <a:ext uri="{9D8B030D-6E8A-4147-A177-3AD203B41FA5}">
                      <a16:colId xmlns:a16="http://schemas.microsoft.com/office/drawing/2014/main" val="2541688145"/>
                    </a:ext>
                  </a:extLst>
                </a:gridCol>
                <a:gridCol w="2033256">
                  <a:extLst>
                    <a:ext uri="{9D8B030D-6E8A-4147-A177-3AD203B41FA5}">
                      <a16:colId xmlns:a16="http://schemas.microsoft.com/office/drawing/2014/main" val="3557785877"/>
                    </a:ext>
                  </a:extLst>
                </a:gridCol>
                <a:gridCol w="2309947">
                  <a:extLst>
                    <a:ext uri="{9D8B030D-6E8A-4147-A177-3AD203B41FA5}">
                      <a16:colId xmlns:a16="http://schemas.microsoft.com/office/drawing/2014/main" val="3224508020"/>
                    </a:ext>
                  </a:extLst>
                </a:gridCol>
              </a:tblGrid>
              <a:tr h="226137">
                <a:tc>
                  <a:txBody>
                    <a:bodyPr/>
                    <a:lstStyle/>
                    <a:p>
                      <a:r>
                        <a:rPr lang="fr-FR" sz="10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/>
                        <a:t>Volumétrie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/>
                        <a:t>Lien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36746"/>
                  </a:ext>
                </a:extLst>
              </a:tr>
              <a:tr h="476255"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4868334"/>
                  </a:ext>
                </a:extLst>
              </a:tr>
              <a:tr h="4762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fr-F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900" b="1" i="0" u="none" strike="noStrike" cap="none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6933637"/>
                  </a:ext>
                </a:extLst>
              </a:tr>
              <a:tr h="558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fr-FR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fr-FR" sz="9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866597"/>
                  </a:ext>
                </a:extLst>
              </a:tr>
              <a:tr h="558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fr-F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fr-FR" sz="9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688575"/>
                  </a:ext>
                </a:extLst>
              </a:tr>
            </a:tbl>
          </a:graphicData>
        </a:graphic>
      </p:graphicFrame>
      <p:sp>
        <p:nvSpPr>
          <p:cNvPr id="12" name="Google Shape;69;p3">
            <a:extLst>
              <a:ext uri="{FF2B5EF4-FFF2-40B4-BE49-F238E27FC236}">
                <a16:creationId xmlns:a16="http://schemas.microsoft.com/office/drawing/2014/main" id="{97F78E0E-BF81-816F-84D0-69489BA603AA}"/>
              </a:ext>
            </a:extLst>
          </p:cNvPr>
          <p:cNvSpPr/>
          <p:nvPr/>
        </p:nvSpPr>
        <p:spPr>
          <a:xfrm>
            <a:off x="463375" y="1232729"/>
            <a:ext cx="8283386" cy="6230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73;p3">
            <a:extLst>
              <a:ext uri="{FF2B5EF4-FFF2-40B4-BE49-F238E27FC236}">
                <a16:creationId xmlns:a16="http://schemas.microsoft.com/office/drawing/2014/main" id="{A4E917A3-F694-3B96-CCCF-E8B993CF7914}"/>
              </a:ext>
            </a:extLst>
          </p:cNvPr>
          <p:cNvSpPr txBox="1">
            <a:spLocks/>
          </p:cNvSpPr>
          <p:nvPr/>
        </p:nvSpPr>
        <p:spPr>
          <a:xfrm>
            <a:off x="397239" y="1137125"/>
            <a:ext cx="8466095" cy="38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SzPct val="100000"/>
            </a:pPr>
            <a:endParaRPr lang="fr-FR" sz="1200" b="1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490E61E-43C0-47B3-660A-106B5E881ADD}"/>
              </a:ext>
            </a:extLst>
          </p:cNvPr>
          <p:cNvSpPr/>
          <p:nvPr/>
        </p:nvSpPr>
        <p:spPr>
          <a:xfrm>
            <a:off x="280666" y="1116156"/>
            <a:ext cx="233145" cy="233145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C0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88050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>
            <a:spLocks noGrp="1"/>
          </p:cNvSpPr>
          <p:nvPr>
            <p:ph type="ctrTitle" idx="4294967295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5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</a:t>
            </a:r>
            <a:r>
              <a:rPr lang="fr" sz="5200" b="0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questions ?</a:t>
            </a:r>
            <a:endParaRPr sz="5200" b="0" i="0" u="none" strike="noStrike" cap="non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101</Words>
  <Application>Microsoft Office PowerPoint</Application>
  <PresentationFormat>Affichage à l'écran (16:9)</PresentationFormat>
  <Paragraphs>41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Inter</vt:lpstr>
      <vt:lpstr>Inter SemiBold</vt:lpstr>
      <vt:lpstr>Arial</vt:lpstr>
      <vt:lpstr>Inter Medium</vt:lpstr>
      <vt:lpstr>Simple Light</vt:lpstr>
      <vt:lpstr>1_Simple Light</vt:lpstr>
      <vt:lpstr>xxxxx</vt:lpstr>
      <vt:lpstr>Group members</vt:lpstr>
      <vt:lpstr>Pitch</vt:lpstr>
      <vt:lpstr>Pipeline data</vt:lpstr>
      <vt:lpstr>Synthèse finale</vt:lpstr>
      <vt:lpstr>Annexes</vt:lpstr>
      <vt:lpstr>Sources de données</vt:lpstr>
      <vt:lpstr>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Jyv</dc:creator>
  <cp:lastModifiedBy>Jean-Yves Vuillequez</cp:lastModifiedBy>
  <cp:revision>2</cp:revision>
  <dcterms:modified xsi:type="dcterms:W3CDTF">2025-11-19T15:31:26Z</dcterms:modified>
</cp:coreProperties>
</file>