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2"/>
  </p:notesMasterIdLst>
  <p:sldIdLst>
    <p:sldId id="256" r:id="rId3"/>
    <p:sldId id="263" r:id="rId4"/>
    <p:sldId id="286" r:id="rId5"/>
    <p:sldId id="272" r:id="rId6"/>
    <p:sldId id="270" r:id="rId7"/>
    <p:sldId id="273" r:id="rId8"/>
    <p:sldId id="274" r:id="rId9"/>
    <p:sldId id="275" r:id="rId10"/>
    <p:sldId id="271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0E3449"/>
    <a:srgbClr val="415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8" dt="2025-11-19T11:01:06.0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62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9.fnt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2.fntdata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19T11:06:52.762" v="118"/>
      <pc:docMkLst>
        <pc:docMk/>
      </pc:docMkLst>
      <pc:sldChg chg="modSp mod">
        <pc:chgData name="Jean-Yves Vuillequez" userId="e7fac481abea6bd0" providerId="LiveId" clId="{79E365E8-22BC-4EC2-9606-9A9AC6CD1D22}" dt="2025-11-19T10:57:19.548" v="8" actId="20577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19T10:57:15.860" v="4" actId="2057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19T10:57:19.548" v="8" actId="20577"/>
          <ac:spMkLst>
            <pc:docMk/>
            <pc:sldMk cId="0" sldId="256"/>
            <ac:spMk id="57" creationId="{00000000-0000-0000-0000-000000000000}"/>
          </ac:spMkLst>
        </pc:spChg>
      </pc:sldChg>
      <pc:sldChg chg="delSp modSp add del mod">
        <pc:chgData name="Jean-Yves Vuillequez" userId="e7fac481abea6bd0" providerId="LiveId" clId="{79E365E8-22BC-4EC2-9606-9A9AC6CD1D22}" dt="2025-11-19T10:57:53.045" v="42" actId="20577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19T10:57:53.045" v="42" actId="20577"/>
          <ac:spMkLst>
            <pc:docMk/>
            <pc:sldMk cId="0" sldId="263"/>
            <ac:spMk id="61" creationId="{00000000-0000-0000-0000-000000000000}"/>
          </ac:spMkLst>
        </pc:spChg>
        <pc:picChg chg="del mod">
          <ac:chgData name="Jean-Yves Vuillequez" userId="e7fac481abea6bd0" providerId="LiveId" clId="{79E365E8-22BC-4EC2-9606-9A9AC6CD1D22}" dt="2025-11-19T10:57:28.093" v="13" actId="478"/>
          <ac:picMkLst>
            <pc:docMk/>
            <pc:sldMk cId="0" sldId="263"/>
            <ac:picMk id="5" creationId="{BF507C43-8C8F-F14C-A2E6-D966FC03A531}"/>
          </ac:picMkLst>
        </pc:picChg>
      </pc:sldChg>
      <pc:sldChg chg="del">
        <pc:chgData name="Jean-Yves Vuillequez" userId="e7fac481abea6bd0" providerId="LiveId" clId="{79E365E8-22BC-4EC2-9606-9A9AC6CD1D22}" dt="2025-11-19T10:57:21.256" v="9" actId="47"/>
        <pc:sldMkLst>
          <pc:docMk/>
          <pc:sldMk cId="0" sldId="26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0" sldId="265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868318443" sldId="26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44984178" sldId="267"/>
        </pc:sldMkLst>
      </pc:sldChg>
      <pc:sldChg chg="addSp delSp modSp mod">
        <pc:chgData name="Jean-Yves Vuillequez" userId="e7fac481abea6bd0" providerId="LiveId" clId="{79E365E8-22BC-4EC2-9606-9A9AC6CD1D22}" dt="2025-11-19T11:04:20.428" v="92" actId="22"/>
        <pc:sldMkLst>
          <pc:docMk/>
          <pc:sldMk cId="0" sldId="270"/>
        </pc:sldMkLst>
        <pc:spChg chg="mod">
          <ac:chgData name="Jean-Yves Vuillequez" userId="e7fac481abea6bd0" providerId="LiveId" clId="{79E365E8-22BC-4EC2-9606-9A9AC6CD1D22}" dt="2025-11-19T11:00:50.475" v="83" actId="14100"/>
          <ac:spMkLst>
            <pc:docMk/>
            <pc:sldMk cId="0" sldId="270"/>
            <ac:spMk id="181" creationId="{00000000-0000-0000-0000-000000000000}"/>
          </ac:spMkLst>
        </pc:spChg>
        <pc:spChg chg="del">
          <ac:chgData name="Jean-Yves Vuillequez" userId="e7fac481abea6bd0" providerId="LiveId" clId="{79E365E8-22BC-4EC2-9606-9A9AC6CD1D22}" dt="2025-11-19T11:00:46.457" v="81" actId="478"/>
          <ac:spMkLst>
            <pc:docMk/>
            <pc:sldMk cId="0" sldId="270"/>
            <ac:spMk id="182" creationId="{00000000-0000-0000-0000-000000000000}"/>
          </ac:spMkLst>
        </pc:spChg>
        <pc:picChg chg="add del">
          <ac:chgData name="Jean-Yves Vuillequez" userId="e7fac481abea6bd0" providerId="LiveId" clId="{79E365E8-22BC-4EC2-9606-9A9AC6CD1D22}" dt="2025-11-19T11:04:20.428" v="92" actId="22"/>
          <ac:picMkLst>
            <pc:docMk/>
            <pc:sldMk cId="0" sldId="270"/>
            <ac:picMk id="3" creationId="{385EAD59-F5EF-433F-E72D-66416F21249B}"/>
          </ac:picMkLst>
        </pc:picChg>
      </pc:sldChg>
      <pc:sldChg chg="add">
        <pc:chgData name="Jean-Yves Vuillequez" userId="e7fac481abea6bd0" providerId="LiveId" clId="{79E365E8-22BC-4EC2-9606-9A9AC6CD1D22}" dt="2025-11-19T11:00:33.442" v="74"/>
        <pc:sldMkLst>
          <pc:docMk/>
          <pc:sldMk cId="1023234914" sldId="273"/>
        </pc:sldMkLst>
      </pc:sldChg>
      <pc:sldChg chg="del">
        <pc:chgData name="Jean-Yves Vuillequez" userId="e7fac481abea6bd0" providerId="LiveId" clId="{79E365E8-22BC-4EC2-9606-9A9AC6CD1D22}" dt="2025-11-19T11:00:27.703" v="73" actId="2696"/>
        <pc:sldMkLst>
          <pc:docMk/>
          <pc:sldMk cId="1558646683" sldId="273"/>
        </pc:sldMkLst>
      </pc:sldChg>
      <pc:sldChg chg="delSp modSp del mod delAnim">
        <pc:chgData name="Jean-Yves Vuillequez" userId="e7fac481abea6bd0" providerId="LiveId" clId="{79E365E8-22BC-4EC2-9606-9A9AC6CD1D22}" dt="2025-11-19T11:00:27.703" v="73" actId="2696"/>
        <pc:sldMkLst>
          <pc:docMk/>
          <pc:sldMk cId="76015710" sldId="274"/>
        </pc:sldMkLst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" creationId="{88A106DF-7A83-DB85-D675-3B89338AAC0D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9" creationId="{0EA1EBA7-5A55-2DB4-2AAA-7181ADF95728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0" creationId="{A409361B-330D-D2A5-D967-903166D5DAE4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1" creationId="{F0A9E65F-DDDA-6923-AE09-42C784AB054A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5" creationId="{60EA83CE-862E-0716-7D4B-D10594298AF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7" creationId="{8304CF66-5C77-FB70-A0AB-14108326AAF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0" creationId="{4E85C3F7-9A4B-4403-40BA-E16E7B8AA37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1" creationId="{D4DF20D5-B823-CD4C-6253-AA52E542825B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8" creationId="{BB03DB3F-AABC-78B6-177C-8257943D252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46" creationId="{322DB39E-A9B2-B285-9879-968293AD4F66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1" creationId="{0CF2B953-3A17-D1D1-0C1F-3CC46B1E9440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4" creationId="{B4290750-3B48-DB32-F34D-A5ED50FB2781}"/>
          </ac:spMkLst>
        </pc:spChg>
        <pc:spChg chg="del">
          <ac:chgData name="Jean-Yves Vuillequez" userId="e7fac481abea6bd0" providerId="LiveId" clId="{79E365E8-22BC-4EC2-9606-9A9AC6CD1D22}" dt="2025-11-19T10:58:33.360" v="48" actId="478"/>
          <ac:spMkLst>
            <pc:docMk/>
            <pc:sldMk cId="76015710" sldId="274"/>
            <ac:spMk id="55" creationId="{0E6AC91E-885F-D28E-5599-E7B82E56269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64" creationId="{AB510ECB-2555-D6DB-1542-96D0D3B9EEC4}"/>
          </ac:spMkLst>
        </pc:spChg>
      </pc:sldChg>
      <pc:sldChg chg="addSp modSp add mod">
        <pc:chgData name="Jean-Yves Vuillequez" userId="e7fac481abea6bd0" providerId="LiveId" clId="{79E365E8-22BC-4EC2-9606-9A9AC6CD1D22}" dt="2025-11-19T11:04:39.897" v="116" actId="1037"/>
        <pc:sldMkLst>
          <pc:docMk/>
          <pc:sldMk cId="1821755839" sldId="274"/>
        </pc:sldMkLst>
        <pc:picChg chg="add mod">
          <ac:chgData name="Jean-Yves Vuillequez" userId="e7fac481abea6bd0" providerId="LiveId" clId="{79E365E8-22BC-4EC2-9606-9A9AC6CD1D22}" dt="2025-11-19T11:04:39.897" v="116" actId="1037"/>
          <ac:picMkLst>
            <pc:docMk/>
            <pc:sldMk cId="1821755839" sldId="274"/>
            <ac:picMk id="3" creationId="{B2469126-D060-A3A0-24FE-3940B83EED58}"/>
          </ac:picMkLst>
        </pc:picChg>
      </pc:sldChg>
      <pc:sldChg chg="modSp del mod">
        <pc:chgData name="Jean-Yves Vuillequez" userId="e7fac481abea6bd0" providerId="LiveId" clId="{79E365E8-22BC-4EC2-9606-9A9AC6CD1D22}" dt="2025-11-19T11:00:27.703" v="73" actId="2696"/>
        <pc:sldMkLst>
          <pc:docMk/>
          <pc:sldMk cId="4075992510" sldId="275"/>
        </pc:sldMkLst>
        <pc:spChg chg="mod">
          <ac:chgData name="Jean-Yves Vuillequez" userId="e7fac481abea6bd0" providerId="LiveId" clId="{79E365E8-22BC-4EC2-9606-9A9AC6CD1D22}" dt="2025-11-19T10:58:13.405" v="45" actId="20577"/>
          <ac:spMkLst>
            <pc:docMk/>
            <pc:sldMk cId="4075992510" sldId="275"/>
            <ac:spMk id="13" creationId="{A4E917A3-F694-3B96-CCCF-E8B993CF7914}"/>
          </ac:spMkLst>
        </pc:spChg>
        <pc:graphicFrameChg chg="modGraphic">
          <ac:chgData name="Jean-Yves Vuillequez" userId="e7fac481abea6bd0" providerId="LiveId" clId="{79E365E8-22BC-4EC2-9606-9A9AC6CD1D22}" dt="2025-11-19T10:58:19.644" v="46" actId="6549"/>
          <ac:graphicFrameMkLst>
            <pc:docMk/>
            <pc:sldMk cId="4075992510" sldId="275"/>
            <ac:graphicFrameMk id="2" creationId="{B369D15F-B77E-9E89-4E59-4FB8C96A6FDE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19T11:06:52.762" v="118"/>
        <pc:sldMkLst>
          <pc:docMk/>
          <pc:sldMk cId="4088050223" sldId="275"/>
        </pc:sldMkLst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4" creationId="{6490E61E-43C0-47B3-660A-106B5E881ADD}"/>
          </ac:spMkLst>
        </pc:spChg>
        <pc:graphicFrameChg chg="mod modGraphic">
          <ac:chgData name="Jean-Yves Vuillequez" userId="e7fac481abea6bd0" providerId="LiveId" clId="{79E365E8-22BC-4EC2-9606-9A9AC6CD1D22}" dt="2025-11-19T11:01:13.345" v="88" actId="2161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del">
        <pc:chgData name="Jean-Yves Vuillequez" userId="e7fac481abea6bd0" providerId="LiveId" clId="{79E365E8-22BC-4EC2-9606-9A9AC6CD1D22}" dt="2025-11-19T10:58:46.543" v="50" actId="47"/>
        <pc:sldMkLst>
          <pc:docMk/>
          <pc:sldMk cId="4260295178" sldId="27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782134582" sldId="280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379059680" sldId="281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308464095" sldId="282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541112122" sldId="283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746995239" sldId="28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02082869" sldId="285"/>
        </pc:sldMkLst>
      </pc:sldChg>
      <pc:sldChg chg="delSp modSp mod delAnim">
        <pc:chgData name="Jean-Yves Vuillequez" userId="e7fac481abea6bd0" providerId="LiveId" clId="{79E365E8-22BC-4EC2-9606-9A9AC6CD1D22}" dt="2025-11-19T10:59:24.012" v="72" actId="1076"/>
        <pc:sldMkLst>
          <pc:docMk/>
          <pc:sldMk cId="406580661" sldId="286"/>
        </pc:sldMkLst>
        <pc:spChg chg="mod">
          <ac:chgData name="Jean-Yves Vuillequez" userId="e7fac481abea6bd0" providerId="LiveId" clId="{79E365E8-22BC-4EC2-9606-9A9AC6CD1D22}" dt="2025-11-19T10:59:01.978" v="55" actId="20577"/>
          <ac:spMkLst>
            <pc:docMk/>
            <pc:sldMk cId="406580661" sldId="286"/>
            <ac:spMk id="73" creationId="{1362DE8B-B008-E6AB-C9CD-6095A12B8D39}"/>
          </ac:spMkLst>
        </pc:spChg>
        <pc:spChg chg="mod">
          <ac:chgData name="Jean-Yves Vuillequez" userId="e7fac481abea6bd0" providerId="LiveId" clId="{79E365E8-22BC-4EC2-9606-9A9AC6CD1D22}" dt="2025-11-19T10:59:24.012" v="72" actId="1076"/>
          <ac:spMkLst>
            <pc:docMk/>
            <pc:sldMk cId="406580661" sldId="286"/>
            <ac:spMk id="74" creationId="{594EF5A4-95A8-DB9E-307C-92C5044EEF3F}"/>
          </ac:spMkLst>
        </pc:spChg>
        <pc:spChg chg="mod">
          <ac:chgData name="Jean-Yves Vuillequez" userId="e7fac481abea6bd0" providerId="LiveId" clId="{79E365E8-22BC-4EC2-9606-9A9AC6CD1D22}" dt="2025-11-19T10:59:24.012" v="72" actId="1076"/>
          <ac:spMkLst>
            <pc:docMk/>
            <pc:sldMk cId="406580661" sldId="286"/>
            <ac:spMk id="75" creationId="{2DA76B5D-5507-C433-3A50-BA24AFDD5759}"/>
          </ac:spMkLst>
        </pc:spChg>
        <pc:spChg chg="mod">
          <ac:chgData name="Jean-Yves Vuillequez" userId="e7fac481abea6bd0" providerId="LiveId" clId="{79E365E8-22BC-4EC2-9606-9A9AC6CD1D22}" dt="2025-11-19T10:59:24.012" v="72" actId="1076"/>
          <ac:spMkLst>
            <pc:docMk/>
            <pc:sldMk cId="406580661" sldId="286"/>
            <ac:spMk id="76" creationId="{0D0BEA13-407D-BB40-EDD4-89543044A7D8}"/>
          </ac:spMkLst>
        </pc:spChg>
        <pc:spChg chg="mod">
          <ac:chgData name="Jean-Yves Vuillequez" userId="e7fac481abea6bd0" providerId="LiveId" clId="{79E365E8-22BC-4EC2-9606-9A9AC6CD1D22}" dt="2025-11-19T10:59:24.012" v="72" actId="1076"/>
          <ac:spMkLst>
            <pc:docMk/>
            <pc:sldMk cId="406580661" sldId="286"/>
            <ac:spMk id="77" creationId="{4B2D55FD-E6CB-F70B-1A6D-C59E9EAB43E2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8" creationId="{EE57DF56-19D6-5F9D-623C-FD197620AB38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9" creationId="{9872CB08-4753-4C4E-189F-43C9459E961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5FD8F731-0B60-9E58-BF85-C6F39AAA1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3CEB66D1-BECD-566A-52EE-E59E3C893D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BD88C69A-BD09-8A38-E0BB-3A883E1BF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1525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3490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5" y="2182215"/>
            <a:ext cx="6478200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xxxxx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2929781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xxxx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Xxxxxxx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XXXXXXXX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">
            <a:extLst>
              <a:ext uri="{FF2B5EF4-FFF2-40B4-BE49-F238E27FC236}">
                <a16:creationId xmlns:a16="http://schemas.microsoft.com/office/drawing/2014/main" id="{2DFE67F9-5520-F4B8-B6C5-40C9605525B6}"/>
              </a:ext>
            </a:extLst>
          </p:cNvPr>
          <p:cNvSpPr/>
          <p:nvPr/>
        </p:nvSpPr>
        <p:spPr>
          <a:xfrm>
            <a:off x="311700" y="920082"/>
            <a:ext cx="8399163" cy="939281"/>
          </a:xfrm>
          <a:prstGeom prst="rect">
            <a:avLst/>
          </a:prstGeom>
          <a:solidFill>
            <a:srgbClr val="3FDAD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Pitch</a:t>
            </a:r>
            <a:endParaRPr sz="2500" b="1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>
            <a:extLst>
              <a:ext uri="{FF2B5EF4-FFF2-40B4-BE49-F238E27FC236}">
                <a16:creationId xmlns:a16="http://schemas.microsoft.com/office/drawing/2014/main" id="{1362DE8B-B008-E6AB-C9CD-6095A12B8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4104"/>
            <a:ext cx="8520600" cy="989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>
                <a:solidFill>
                  <a:srgbClr val="41545E"/>
                </a:solidFill>
              </a:rPr>
              <a:t>xxxxx</a:t>
            </a:r>
            <a:endParaRPr lang="fr-FR" sz="1100" b="1" dirty="0">
              <a:solidFill>
                <a:srgbClr val="41545E"/>
              </a:solidFill>
            </a:endParaRPr>
          </a:p>
        </p:txBody>
      </p:sp>
      <p:sp>
        <p:nvSpPr>
          <p:cNvPr id="74" name="Google Shape;74;p3">
            <a:extLst>
              <a:ext uri="{FF2B5EF4-FFF2-40B4-BE49-F238E27FC236}">
                <a16:creationId xmlns:a16="http://schemas.microsoft.com/office/drawing/2014/main" id="{594EF5A4-95A8-DB9E-307C-92C5044EEF3F}"/>
              </a:ext>
            </a:extLst>
          </p:cNvPr>
          <p:cNvSpPr/>
          <p:nvPr/>
        </p:nvSpPr>
        <p:spPr>
          <a:xfrm>
            <a:off x="3361455" y="2527339"/>
            <a:ext cx="2102852" cy="1812804"/>
          </a:xfrm>
          <a:prstGeom prst="triangle">
            <a:avLst>
              <a:gd name="adj" fmla="val 50000"/>
            </a:avLst>
          </a:prstGeom>
          <a:solidFill>
            <a:srgbClr val="3FDAD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>
            <a:extLst>
              <a:ext uri="{FF2B5EF4-FFF2-40B4-BE49-F238E27FC236}">
                <a16:creationId xmlns:a16="http://schemas.microsoft.com/office/drawing/2014/main" id="{2DA76B5D-5507-C433-3A50-BA24AFDD5759}"/>
              </a:ext>
            </a:extLst>
          </p:cNvPr>
          <p:cNvSpPr txBox="1"/>
          <p:nvPr/>
        </p:nvSpPr>
        <p:spPr>
          <a:xfrm>
            <a:off x="3071360" y="2046717"/>
            <a:ext cx="268304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1" i="0" u="none" strike="noStrike" cap="none" dirty="0" err="1">
                <a:solidFill>
                  <a:srgbClr val="41545E"/>
                </a:solidFill>
                <a:latin typeface="Arial"/>
                <a:ea typeface="Arial"/>
                <a:cs typeface="Arial"/>
                <a:sym typeface="Arial"/>
              </a:rPr>
              <a:t>xxxx</a:t>
            </a:r>
            <a:endParaRPr sz="1400" b="1" i="0" u="none" strike="noStrike" cap="none" dirty="0">
              <a:solidFill>
                <a:srgbClr val="4154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>
            <a:extLst>
              <a:ext uri="{FF2B5EF4-FFF2-40B4-BE49-F238E27FC236}">
                <a16:creationId xmlns:a16="http://schemas.microsoft.com/office/drawing/2014/main" id="{0D0BEA13-407D-BB40-EDD4-89543044A7D8}"/>
              </a:ext>
            </a:extLst>
          </p:cNvPr>
          <p:cNvSpPr txBox="1"/>
          <p:nvPr/>
        </p:nvSpPr>
        <p:spPr>
          <a:xfrm>
            <a:off x="4310613" y="4416423"/>
            <a:ext cx="268304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1" i="0" u="none" strike="noStrike" cap="none" dirty="0">
                <a:solidFill>
                  <a:srgbClr val="41545E"/>
                </a:solidFill>
                <a:latin typeface="Arial"/>
                <a:ea typeface="Arial"/>
                <a:cs typeface="Arial"/>
                <a:sym typeface="Arial"/>
              </a:rPr>
              <a:t>xxx</a:t>
            </a:r>
            <a:endParaRPr sz="1400" b="0" i="0" u="none" strike="noStrike" cap="none" dirty="0">
              <a:solidFill>
                <a:srgbClr val="4154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>
            <a:extLst>
              <a:ext uri="{FF2B5EF4-FFF2-40B4-BE49-F238E27FC236}">
                <a16:creationId xmlns:a16="http://schemas.microsoft.com/office/drawing/2014/main" id="{4B2D55FD-E6CB-F70B-1A6D-C59E9EAB43E2}"/>
              </a:ext>
            </a:extLst>
          </p:cNvPr>
          <p:cNvSpPr txBox="1"/>
          <p:nvPr/>
        </p:nvSpPr>
        <p:spPr>
          <a:xfrm>
            <a:off x="1695081" y="4432455"/>
            <a:ext cx="268304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1" i="0" u="none" strike="noStrike" cap="none" dirty="0" err="1">
                <a:solidFill>
                  <a:srgbClr val="41545E"/>
                </a:solidFill>
                <a:latin typeface="Arial"/>
                <a:ea typeface="Arial"/>
                <a:cs typeface="Arial"/>
                <a:sym typeface="Arial"/>
              </a:rPr>
              <a:t>xxxx</a:t>
            </a:r>
            <a:endParaRPr sz="1400" b="0" i="0" u="none" strike="noStrike" cap="none" dirty="0">
              <a:solidFill>
                <a:srgbClr val="4154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  <p:bldP spid="75" grpId="0"/>
      <p:bldP spid="76" grpId="0"/>
      <p:bldP spid="7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F8D5020C-5B29-41DB-36D0-3BA79EF32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343F25C-A672-5C3E-15CC-80C8FC0168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Analyse </a:t>
            </a:r>
            <a:endParaRPr sz="4500" b="1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500" b="1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10954D65-2EBB-F688-894B-D880BCEA98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201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What’s next? </a:t>
            </a:r>
            <a:endParaRPr sz="25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Eléments méthodologiques</a:t>
            </a:r>
            <a:endParaRPr sz="4500" b="1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500" b="1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2323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Pipeline data</a:t>
            </a:r>
            <a:endParaRPr lang="it-IT" sz="25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0302C705-EB34-55B3-983C-81DA8BD2027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2469126-D060-A3A0-24FE-3940B83EED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664" y="948632"/>
            <a:ext cx="7355393" cy="393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  <a:endParaRPr lang="it-IT" sz="25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B369D15F-B77E-9E89-4E59-4FB8C96A6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31957"/>
              </p:ext>
            </p:extLst>
          </p:nvPr>
        </p:nvGraphicFramePr>
        <p:xfrm>
          <a:off x="463375" y="2145111"/>
          <a:ext cx="8283386" cy="2313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Volumétrie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i="0" u="none" strike="noStrike" cap="none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97F78E0E-BF81-816F-84D0-69489BA603AA}"/>
              </a:ext>
            </a:extLst>
          </p:cNvPr>
          <p:cNvSpPr/>
          <p:nvPr/>
        </p:nvSpPr>
        <p:spPr>
          <a:xfrm>
            <a:off x="463375" y="1232729"/>
            <a:ext cx="8283386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A4E917A3-F694-3B96-CCCF-E8B993CF7914}"/>
              </a:ext>
            </a:extLst>
          </p:cNvPr>
          <p:cNvSpPr txBox="1">
            <a:spLocks/>
          </p:cNvSpPr>
          <p:nvPr/>
        </p:nvSpPr>
        <p:spPr>
          <a:xfrm>
            <a:off x="397239" y="1137125"/>
            <a:ext cx="84660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SzPct val="100000"/>
            </a:pPr>
            <a:endParaRPr lang="fr-FR" sz="1200" b="1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490E61E-43C0-47B3-660A-106B5E881ADD}"/>
              </a:ext>
            </a:extLst>
          </p:cNvPr>
          <p:cNvSpPr/>
          <p:nvPr/>
        </p:nvSpPr>
        <p:spPr>
          <a:xfrm>
            <a:off x="280666" y="1116156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37</Words>
  <Application>Microsoft Office PowerPoint</Application>
  <PresentationFormat>Affichage à l'écran (16:9)</PresentationFormat>
  <Paragraphs>27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Inter</vt:lpstr>
      <vt:lpstr>Inter SemiBold</vt:lpstr>
      <vt:lpstr>Arial</vt:lpstr>
      <vt:lpstr>Inter Medium</vt:lpstr>
      <vt:lpstr>Simple Light</vt:lpstr>
      <vt:lpstr>1_Simple Light</vt:lpstr>
      <vt:lpstr>xxxxx</vt:lpstr>
      <vt:lpstr>Group members</vt:lpstr>
      <vt:lpstr>Pitch</vt:lpstr>
      <vt:lpstr>Analyse  </vt:lpstr>
      <vt:lpstr>What’s next? </vt:lpstr>
      <vt:lpstr>Eléments méthodologiques </vt:lpstr>
      <vt:lpstr>Pipeline data</vt:lpstr>
      <vt:lpstr>Sources de données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2</cp:revision>
  <dcterms:modified xsi:type="dcterms:W3CDTF">2025-11-19T11:06:55Z</dcterms:modified>
</cp:coreProperties>
</file>