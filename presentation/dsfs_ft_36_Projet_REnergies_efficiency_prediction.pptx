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1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7" r:id="rId13"/>
    <p:sldId id="292" r:id="rId14"/>
    <p:sldId id="271" r:id="rId15"/>
    <p:sldId id="273" r:id="rId16"/>
    <p:sldId id="295" r:id="rId17"/>
    <p:sldId id="296" r:id="rId18"/>
    <p:sldId id="275" r:id="rId19"/>
    <p:sldId id="294" r:id="rId20"/>
  </p:sldIdLst>
  <p:sldSz cx="9144000" cy="5143500" type="screen16x9"/>
  <p:notesSz cx="6858000" cy="9144000"/>
  <p:embeddedFontLst>
    <p:embeddedFont>
      <p:font typeface="Inter" panose="020B0604020202020204" charset="0"/>
      <p:regular r:id="rId22"/>
      <p:bold r:id="rId23"/>
      <p:italic r:id="rId24"/>
      <p:boldItalic r:id="rId25"/>
    </p:embeddedFont>
    <p:embeddedFont>
      <p:font typeface="Inter Medium" panose="020B0604020202020204" charset="0"/>
      <p:regular r:id="rId26"/>
      <p:bold r:id="rId27"/>
      <p:italic r:id="rId28"/>
      <p:boldItalic r:id="rId29"/>
    </p:embeddedFont>
    <p:embeddedFont>
      <p:font typeface="Inter SemiBold" panose="020B060402020202020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80"/>
    <a:srgbClr val="B266FF"/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2872" dt="2025-11-25T08:53:15.3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36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5.fntdata"/><Relationship Id="rId39" Type="http://schemas.microsoft.com/office/2015/10/relationships/revisionInfo" Target="revisionInfo.xml"/><Relationship Id="rId21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38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0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5T08:54:23.746" v="9534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14:09:00.301" v="6869" actId="478"/>
        <pc:sldMkLst>
          <pc:docMk/>
          <pc:sldMk cId="0" sldId="263"/>
        </pc:sldMkLst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  <pc:picChg chg="add mod ord">
          <ac:chgData name="Jean-Yves Vuillequez" userId="e7fac481abea6bd0" providerId="LiveId" clId="{79E365E8-22BC-4EC2-9606-9A9AC6CD1D22}" dt="2025-11-21T14:08:57.605" v="6868" actId="167"/>
          <ac:picMkLst>
            <pc:docMk/>
            <pc:sldMk cId="0" sldId="263"/>
            <ac:picMk id="4" creationId="{EC609326-E74D-C852-5772-0AF47814B3FA}"/>
          </ac:picMkLst>
        </pc:picChg>
      </pc:sldChg>
      <pc:sldChg chg="addSp delSp modSp add mod delAnim modAnim modNotesTx">
        <pc:chgData name="Jean-Yves Vuillequez" userId="e7fac481abea6bd0" providerId="LiveId" clId="{79E365E8-22BC-4EC2-9606-9A9AC6CD1D22}" dt="2025-11-24T15:46:13.544" v="9439" actId="20577"/>
        <pc:sldMkLst>
          <pc:docMk/>
          <pc:sldMk cId="0" sldId="264"/>
        </pc:sldMkLst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0" creationId="{969F6912-24B4-86C3-A9BD-63A0B3EECE8F}"/>
          </ac:spMkLst>
        </pc:spChg>
        <pc:spChg chg="add mod or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5" creationId="{F7BD46E7-960E-9FE8-AF1D-540B63B6E3BD}"/>
          </ac:spMkLst>
        </pc:spChg>
        <pc:spChg chg="add mod">
          <ac:chgData name="Jean-Yves Vuillequez" userId="e7fac481abea6bd0" providerId="LiveId" clId="{79E365E8-22BC-4EC2-9606-9A9AC6CD1D22}" dt="2025-11-21T15:21:19.061" v="7152" actId="1076"/>
          <ac:spMkLst>
            <pc:docMk/>
            <pc:sldMk cId="0" sldId="264"/>
            <ac:spMk id="16" creationId="{FD00A647-A6B0-BAD9-4462-05B36C528950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7" creationId="{CA110F94-5779-164B-A681-281821A7140F}"/>
          </ac:spMkLst>
        </pc:spChg>
        <pc:spChg chg="add mod">
          <ac:chgData name="Jean-Yves Vuillequez" userId="e7fac481abea6bd0" providerId="LiveId" clId="{79E365E8-22BC-4EC2-9606-9A9AC6CD1D22}" dt="2025-11-21T12:16:37.075" v="6161" actId="1076"/>
          <ac:spMkLst>
            <pc:docMk/>
            <pc:sldMk cId="0" sldId="264"/>
            <ac:spMk id="19" creationId="{A3387E01-D8D0-5ADA-D534-65D80A3C2F5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0" creationId="{027ADA1A-FB26-718D-5918-4A696CD7FAD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2" creationId="{9A64202F-AFAE-5CDF-BC8D-5777C30A07CB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3" creationId="{56B8B58A-AB16-FC6C-4248-7061947495FF}"/>
          </ac:spMkLst>
        </pc:spChg>
        <pc:spChg chg="add mod">
          <ac:chgData name="Jean-Yves Vuillequez" userId="e7fac481abea6bd0" providerId="LiveId" clId="{79E365E8-22BC-4EC2-9606-9A9AC6CD1D22}" dt="2025-11-21T12:05:04.372" v="6151" actId="20577"/>
          <ac:spMkLst>
            <pc:docMk/>
            <pc:sldMk cId="0" sldId="264"/>
            <ac:spMk id="24" creationId="{3F9732E3-4982-9D73-E53B-ED7124F0A415}"/>
          </ac:spMkLst>
        </pc:spChg>
        <pc:spChg chg="mod">
          <ac:chgData name="Jean-Yves Vuillequez" userId="e7fac481abea6bd0" providerId="LiveId" clId="{79E365E8-22BC-4EC2-9606-9A9AC6CD1D22}" dt="2025-11-21T12:06:38.436" v="6160" actId="108"/>
          <ac:spMkLst>
            <pc:docMk/>
            <pc:sldMk cId="0" sldId="264"/>
            <ac:spMk id="70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4T15:46:13.544" v="9439" actId="20577"/>
          <ac:spMkLst>
            <pc:docMk/>
            <pc:sldMk cId="0" sldId="264"/>
            <ac:spMk id="73" creationId="{00000000-0000-0000-0000-000000000000}"/>
          </ac:spMkLst>
        </pc:spChg>
      </pc:sldChg>
      <pc:sldChg chg="addSp delSp modSp mod modAnim modNotesTx">
        <pc:chgData name="Jean-Yves Vuillequez" userId="e7fac481abea6bd0" providerId="LiveId" clId="{79E365E8-22BC-4EC2-9606-9A9AC6CD1D22}" dt="2025-11-24T14:03:41.945" v="8835" actId="20577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mod">
          <ac:chgData name="Jean-Yves Vuillequez" userId="e7fac481abea6bd0" providerId="LiveId" clId="{79E365E8-22BC-4EC2-9606-9A9AC6CD1D22}" dt="2025-11-24T13:55:55.293" v="8831" actId="1076"/>
          <ac:spMkLst>
            <pc:docMk/>
            <pc:sldMk cId="0" sldId="270"/>
            <ac:spMk id="3" creationId="{35D30AE4-40E2-1500-ADDE-34C7E592AC53}"/>
          </ac:spMkLst>
        </pc:spChg>
        <pc:spChg chg="add mod">
          <ac:chgData name="Jean-Yves Vuillequez" userId="e7fac481abea6bd0" providerId="LiveId" clId="{79E365E8-22BC-4EC2-9606-9A9AC6CD1D22}" dt="2025-11-24T13:55:58.472" v="8832" actId="571"/>
          <ac:spMkLst>
            <pc:docMk/>
            <pc:sldMk cId="0" sldId="270"/>
            <ac:spMk id="4" creationId="{1276B7C1-B3AC-EE95-FC17-C4066D8DD80E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mod">
          <ac:chgData name="Jean-Yves Vuillequez" userId="e7fac481abea6bd0" providerId="LiveId" clId="{79E365E8-22BC-4EC2-9606-9A9AC6CD1D22}" dt="2025-11-24T13:55:46.961" v="8829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4T13:54:49.930" v="8811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4T13:55:54.399" v="8830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4T13:54:52.641" v="8812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addSp delSp modSp mod ord">
        <pc:chgData name="Jean-Yves Vuillequez" userId="e7fac481abea6bd0" providerId="LiveId" clId="{79E365E8-22BC-4EC2-9606-9A9AC6CD1D22}" dt="2025-11-25T08:54:11.101" v="9532" actId="208"/>
        <pc:sldMkLst>
          <pc:docMk/>
          <pc:sldMk cId="0" sldId="271"/>
        </pc:sldMkLst>
        <pc:spChg chg="add mod">
          <ac:chgData name="Jean-Yves Vuillequez" userId="e7fac481abea6bd0" providerId="LiveId" clId="{79E365E8-22BC-4EC2-9606-9A9AC6CD1D22}" dt="2025-11-25T08:54:04.024" v="9531" actId="1076"/>
          <ac:spMkLst>
            <pc:docMk/>
            <pc:sldMk cId="0" sldId="271"/>
            <ac:spMk id="2" creationId="{85EE54CA-1CA7-BBB2-C3CA-7AD11745D0CB}"/>
          </ac:spMkLst>
        </pc:spChg>
        <pc:spChg chg="add mod">
          <ac:chgData name="Jean-Yves Vuillequez" userId="e7fac481abea6bd0" providerId="LiveId" clId="{79E365E8-22BC-4EC2-9606-9A9AC6CD1D22}" dt="2025-11-25T08:54:04.024" v="9531" actId="1076"/>
          <ac:spMkLst>
            <pc:docMk/>
            <pc:sldMk cId="0" sldId="271"/>
            <ac:spMk id="3" creationId="{3A33F078-F242-EE97-2251-526C53A316B8}"/>
          </ac:spMkLst>
        </pc:spChg>
        <pc:picChg chg="add del">
          <ac:chgData name="Jean-Yves Vuillequez" userId="e7fac481abea6bd0" providerId="LiveId" clId="{79E365E8-22BC-4EC2-9606-9A9AC6CD1D22}" dt="2025-11-25T08:11:41.798" v="9527" actId="478"/>
          <ac:picMkLst>
            <pc:docMk/>
            <pc:sldMk cId="0" sldId="271"/>
            <ac:picMk id="188" creationId="{00000000-0000-0000-0000-000000000000}"/>
          </ac:picMkLst>
        </pc:picChg>
        <pc:cxnChg chg="add mod">
          <ac:chgData name="Jean-Yves Vuillequez" userId="e7fac481abea6bd0" providerId="LiveId" clId="{79E365E8-22BC-4EC2-9606-9A9AC6CD1D22}" dt="2025-11-25T08:54:11.101" v="9532" actId="208"/>
          <ac:cxnSpMkLst>
            <pc:docMk/>
            <pc:sldMk cId="0" sldId="271"/>
            <ac:cxnSpMk id="4" creationId="{E56D7E92-4368-94BE-9AB2-02EC3C191FD2}"/>
          </ac:cxnSpMkLst>
        </pc:cxnChg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4T15:07:08.350" v="9225" actId="1035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" creationId="{F584810C-5501-210A-FC09-7E76BEE6CF2D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" creationId="{33B23519-5EFA-F17A-CAA2-6EF8A191B3CD}"/>
          </ac:spMkLst>
        </pc:spChg>
        <pc:spChg chg="add mo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4" creationId="{967D4A6C-3756-2775-B55E-F408743583CC}"/>
          </ac:spMkLst>
        </pc:spChg>
        <pc:spChg chg="add mo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5" creationId="{564CE1A9-869C-774B-0E58-18DB76A3FCD2}"/>
          </ac:spMkLst>
        </pc:spChg>
        <pc:spChg chg="add del mod">
          <ac:chgData name="Jean-Yves Vuillequez" userId="e7fac481abea6bd0" providerId="LiveId" clId="{79E365E8-22BC-4EC2-9606-9A9AC6CD1D22}" dt="2025-11-24T11:14:50.738" v="8282" actId="478"/>
          <ac:spMkLst>
            <pc:docMk/>
            <pc:sldMk cId="1821755839" sldId="274"/>
            <ac:spMk id="7" creationId="{6D06EF0E-A17A-1744-5FF9-9D4CD5E1F964}"/>
          </ac:spMkLst>
        </pc:spChg>
        <pc:spChg chg="add del mod">
          <ac:chgData name="Jean-Yves Vuillequez" userId="e7fac481abea6bd0" providerId="LiveId" clId="{79E365E8-22BC-4EC2-9606-9A9AC6CD1D22}" dt="2025-11-24T11:10:41.028" v="8249" actId="478"/>
          <ac:spMkLst>
            <pc:docMk/>
            <pc:sldMk cId="1821755839" sldId="274"/>
            <ac:spMk id="8" creationId="{6C567287-A0C5-DA9A-1CC9-83D899179884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18" creationId="{44D928FD-3F68-ECAE-DF01-69E25D43D94B}"/>
          </ac:spMkLst>
        </pc:spChg>
        <pc:spChg chg="add mod or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22" creationId="{55F95513-FB46-9FE4-91D4-34DF9BFEC6C4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23" creationId="{14BA37FE-DD89-0B23-6089-5FD37763331C}"/>
          </ac:spMkLst>
        </pc:spChg>
        <pc:spChg chg="add mod or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26" creationId="{CCAE5A27-B2A2-0280-F66C-5CDBE7E24E20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1" creationId="{6F47604A-F072-9B2B-A28D-D050592AE8FB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2" creationId="{746A74A5-8390-A9B2-0686-BA8885C4CDA4}"/>
          </ac:spMkLst>
        </pc:spChg>
        <pc:spChg chg="add mod or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9" creationId="{AEAEB6F6-E6B3-2BA6-860A-9983C6A790DD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4" creationId="{682088E1-064C-5214-7A97-A059E4869B55}"/>
          </ac:spMkLst>
        </pc:spChg>
        <pc:spChg chg="mod">
          <ac:chgData name="Jean-Yves Vuillequez" userId="e7fac481abea6bd0" providerId="LiveId" clId="{79E365E8-22BC-4EC2-9606-9A9AC6CD1D22}" dt="2025-11-24T14:43:20.946" v="9165" actId="165"/>
          <ac:spMkLst>
            <pc:docMk/>
            <pc:sldMk cId="1821755839" sldId="274"/>
            <ac:spMk id="45" creationId="{D7F593C2-1139-09D7-2E16-9F2706484D71}"/>
          </ac:spMkLst>
        </pc:spChg>
        <pc:spChg chg="add mod or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6" creationId="{E433E364-4228-6856-536E-34873F6A6DC3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7" creationId="{481D51B6-7D43-7926-6891-407782B836DE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8" creationId="{FE31E2F0-6B8A-B0EE-9044-0597F28AE28A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9" creationId="{8486A803-5325-E4EE-E6D1-9C2310E9372C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2" creationId="{7A45A31B-42CC-CB8B-442E-3576FB243381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3" creationId="{CF1F8123-FC2A-EF28-8139-FC1D62216C5F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4" creationId="{3E4E5C19-19D1-7DB3-6126-771BB460CA7E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5" creationId="{C4EB1607-BC4B-15A3-0324-3D29B9154D63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6" creationId="{34BB09D2-59B3-0F52-1024-4F32B01B2F53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7" creationId="{685F5B80-27B1-45A6-3DF8-0CF7271056CC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58" creationId="{42C67AD7-C645-5367-3E47-6D6A996C5FE8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67" creationId="{77C37EC6-CDFA-6EF5-9731-EDD14211D90B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0" creationId="{78E1D7E3-9E06-E6A5-253E-A6CE2A2F1050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1" creationId="{E74B2057-34BC-1980-9671-44A128491597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3" creationId="{33C41871-317D-BA64-26E2-EBEE7A51AE73}"/>
          </ac:spMkLst>
        </pc:spChg>
        <pc:spChg chg="mod">
          <ac:chgData name="Jean-Yves Vuillequez" userId="e7fac481abea6bd0" providerId="LiveId" clId="{79E365E8-22BC-4EC2-9606-9A9AC6CD1D22}" dt="2025-11-24T11:15:07.707" v="8283"/>
          <ac:spMkLst>
            <pc:docMk/>
            <pc:sldMk cId="1821755839" sldId="274"/>
            <ac:spMk id="74" creationId="{26095706-054B-32B8-76C9-580C8A4D3C09}"/>
          </ac:spMkLst>
        </pc:spChg>
        <pc:spChg chg="add mod">
          <ac:chgData name="Jean-Yves Vuillequez" userId="e7fac481abea6bd0" providerId="LiveId" clId="{79E365E8-22BC-4EC2-9606-9A9AC6CD1D22}" dt="2025-11-24T14:34:10.679" v="9156" actId="164"/>
          <ac:spMkLst>
            <pc:docMk/>
            <pc:sldMk cId="1821755839" sldId="274"/>
            <ac:spMk id="76" creationId="{0137AD1F-A369-4FCE-AD69-964680B420B5}"/>
          </ac:spMkLst>
        </pc:spChg>
        <pc:spChg chg="mod">
          <ac:chgData name="Jean-Yves Vuillequez" userId="e7fac481abea6bd0" providerId="LiveId" clId="{79E365E8-22BC-4EC2-9606-9A9AC6CD1D22}" dt="2025-11-24T14:33:53.619" v="9154" actId="164"/>
          <ac:spMkLst>
            <pc:docMk/>
            <pc:sldMk cId="1821755839" sldId="274"/>
            <ac:spMk id="79" creationId="{61FAC2B4-497C-99AF-7507-9699F89C2CB8}"/>
          </ac:spMkLst>
        </pc:spChg>
        <pc:spChg chg="mod">
          <ac:chgData name="Jean-Yves Vuillequez" userId="e7fac481abea6bd0" providerId="LiveId" clId="{79E365E8-22BC-4EC2-9606-9A9AC6CD1D22}" dt="2025-11-24T11:15:36.398" v="8286" actId="571"/>
          <ac:spMkLst>
            <pc:docMk/>
            <pc:sldMk cId="1821755839" sldId="274"/>
            <ac:spMk id="82" creationId="{18C06A43-2495-F8A2-C1D3-AC93D4524D92}"/>
          </ac:spMkLst>
        </pc:spChg>
        <pc:spChg chg="mod">
          <ac:chgData name="Jean-Yves Vuillequez" userId="e7fac481abea6bd0" providerId="LiveId" clId="{79E365E8-22BC-4EC2-9606-9A9AC6CD1D22}" dt="2025-11-24T08:27:20.212" v="7732" actId="1076"/>
          <ac:spMkLst>
            <pc:docMk/>
            <pc:sldMk cId="1821755839" sldId="274"/>
            <ac:spMk id="96" creationId="{E0E7B8E7-F933-D99A-FC55-A7E0AFDF3556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106" creationId="{70820C9A-B957-87A8-109D-6C661627DA4C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3T09:52:32.533" v="7718" actId="1037"/>
          <ac:spMkLst>
            <pc:docMk/>
            <pc:sldMk cId="1821755839" sldId="274"/>
            <ac:spMk id="2096" creationId="{273A85B6-13FD-89FF-E669-100D308ACE82}"/>
          </ac:spMkLst>
        </pc:spChg>
        <pc:spChg chg="add mod topLvl">
          <ac:chgData name="Jean-Yves Vuillequez" userId="e7fac481abea6bd0" providerId="LiveId" clId="{79E365E8-22BC-4EC2-9606-9A9AC6CD1D22}" dt="2025-11-24T14:43:20.946" v="9165" actId="165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4T14:21:00.554" v="9065" actId="164"/>
          <ac:grpSpMkLst>
            <pc:docMk/>
            <pc:sldMk cId="1821755839" sldId="274"/>
            <ac:grpSpMk id="8" creationId="{0C0B5DFE-9029-C89B-C283-4ABED73985B0}"/>
          </ac:grpSpMkLst>
        </pc:grpChg>
        <pc:grpChg chg="mod">
          <ac:chgData name="Jean-Yves Vuillequez" userId="e7fac481abea6bd0" providerId="LiveId" clId="{79E365E8-22BC-4EC2-9606-9A9AC6CD1D22}" dt="2025-11-24T14:23:41.370" v="9073" actId="167"/>
          <ac:grpSpMkLst>
            <pc:docMk/>
            <pc:sldMk cId="1821755839" sldId="274"/>
            <ac:grpSpMk id="12" creationId="{A7B30922-9F63-FE5A-C7BA-CC33A518BC3E}"/>
          </ac:grpSpMkLst>
        </pc:grpChg>
        <pc:grpChg chg="mod">
          <ac:chgData name="Jean-Yves Vuillequez" userId="e7fac481abea6bd0" providerId="LiveId" clId="{79E365E8-22BC-4EC2-9606-9A9AC6CD1D22}" dt="2025-11-24T14:28:52.263" v="9114" actId="164"/>
          <ac:grpSpMkLst>
            <pc:docMk/>
            <pc:sldMk cId="1821755839" sldId="274"/>
            <ac:grpSpMk id="13" creationId="{2B2C01D0-D6D6-9525-FD76-532BB2D28C7B}"/>
          </ac:grpSpMkLst>
        </pc:grpChg>
        <pc:grpChg chg="add mod">
          <ac:chgData name="Jean-Yves Vuillequez" userId="e7fac481abea6bd0" providerId="LiveId" clId="{79E365E8-22BC-4EC2-9606-9A9AC6CD1D22}" dt="2025-11-24T14:28:52.263" v="9114" actId="164"/>
          <ac:grpSpMkLst>
            <pc:docMk/>
            <pc:sldMk cId="1821755839" sldId="274"/>
            <ac:grpSpMk id="14" creationId="{AC88C872-8021-5A03-5640-B462CDB7F327}"/>
          </ac:grpSpMkLst>
        </pc:grpChg>
        <pc:grpChg chg="add mod">
          <ac:chgData name="Jean-Yves Vuillequez" userId="e7fac481abea6bd0" providerId="LiveId" clId="{79E365E8-22BC-4EC2-9606-9A9AC6CD1D22}" dt="2025-11-24T14:33:03.819" v="9147" actId="164"/>
          <ac:grpSpMkLst>
            <pc:docMk/>
            <pc:sldMk cId="1821755839" sldId="274"/>
            <ac:grpSpMk id="25" creationId="{4B1DEF0E-3C11-180E-A253-FB6D258584E1}"/>
          </ac:grpSpMkLst>
        </pc:grpChg>
        <pc:grpChg chg="add mod">
          <ac:chgData name="Jean-Yves Vuillequez" userId="e7fac481abea6bd0" providerId="LiveId" clId="{79E365E8-22BC-4EC2-9606-9A9AC6CD1D22}" dt="2025-11-24T14:33:57.864" v="9155" actId="1076"/>
          <ac:grpSpMkLst>
            <pc:docMk/>
            <pc:sldMk cId="1821755839" sldId="274"/>
            <ac:grpSpMk id="27" creationId="{2E88C532-5DC4-9A8E-0BD9-8DCB5D7A9625}"/>
          </ac:grpSpMkLst>
        </pc:grpChg>
        <pc:grpChg chg="add mod">
          <ac:chgData name="Jean-Yves Vuillequez" userId="e7fac481abea6bd0" providerId="LiveId" clId="{79E365E8-22BC-4EC2-9606-9A9AC6CD1D22}" dt="2025-11-24T14:34:10.679" v="9156" actId="164"/>
          <ac:grpSpMkLst>
            <pc:docMk/>
            <pc:sldMk cId="1821755839" sldId="274"/>
            <ac:grpSpMk id="33" creationId="{75C2D434-8ADD-A5DA-1AED-8BF4C18B9EB3}"/>
          </ac:grpSpMkLst>
        </pc:grpChg>
        <pc:grpChg chg="add mod">
          <ac:chgData name="Jean-Yves Vuillequez" userId="e7fac481abea6bd0" providerId="LiveId" clId="{79E365E8-22BC-4EC2-9606-9A9AC6CD1D22}" dt="2025-11-24T14:43:38.162" v="9166" actId="164"/>
          <ac:grpSpMkLst>
            <pc:docMk/>
            <pc:sldMk cId="1821755839" sldId="274"/>
            <ac:grpSpMk id="35" creationId="{FD39475C-E631-B671-266E-B9334304C252}"/>
          </ac:grpSpMkLst>
        </pc:grpChg>
        <pc:grpChg chg="add mod">
          <ac:chgData name="Jean-Yves Vuillequez" userId="e7fac481abea6bd0" providerId="LiveId" clId="{79E365E8-22BC-4EC2-9606-9A9AC6CD1D22}" dt="2025-11-24T11:10:55.415" v="8253" actId="1076"/>
          <ac:grpSpMkLst>
            <pc:docMk/>
            <pc:sldMk cId="1821755839" sldId="274"/>
            <ac:grpSpMk id="42" creationId="{ABFDE930-E8FD-AEFC-C080-0E20435636B0}"/>
          </ac:grpSpMkLst>
        </pc:grpChg>
        <pc:grpChg chg="add mod">
          <ac:chgData name="Jean-Yves Vuillequez" userId="e7fac481abea6bd0" providerId="LiveId" clId="{79E365E8-22BC-4EC2-9606-9A9AC6CD1D22}" dt="2025-11-24T11:15:07.707" v="8283"/>
          <ac:grpSpMkLst>
            <pc:docMk/>
            <pc:sldMk cId="1821755839" sldId="274"/>
            <ac:grpSpMk id="72" creationId="{47EA9FF2-9DF7-7639-BD18-76EE2D042084}"/>
          </ac:grpSpMkLst>
        </pc:grpChg>
        <pc:grpChg chg="add mod">
          <ac:chgData name="Jean-Yves Vuillequez" userId="e7fac481abea6bd0" providerId="LiveId" clId="{79E365E8-22BC-4EC2-9606-9A9AC6CD1D22}" dt="2025-11-24T11:16:04.837" v="8291" actId="1076"/>
          <ac:grpSpMkLst>
            <pc:docMk/>
            <pc:sldMk cId="1821755839" sldId="274"/>
            <ac:grpSpMk id="77" creationId="{09848BCD-B655-BAB2-9F3C-2A743C138D6B}"/>
          </ac:grpSpMkLst>
        </pc:grpChg>
        <pc:grpChg chg="add mod ord">
          <ac:chgData name="Jean-Yves Vuillequez" userId="e7fac481abea6bd0" providerId="LiveId" clId="{79E365E8-22BC-4EC2-9606-9A9AC6CD1D22}" dt="2025-11-24T11:14:25.114" v="8281" actId="166"/>
          <ac:grpSpMkLst>
            <pc:docMk/>
            <pc:sldMk cId="1821755839" sldId="274"/>
            <ac:grpSpMk id="78" creationId="{48BB1303-220D-775F-BC97-35D0BC10D7AC}"/>
          </ac:grpSpMkLst>
        </pc:grpChg>
        <pc:grpChg chg="add del mod">
          <ac:chgData name="Jean-Yves Vuillequez" userId="e7fac481abea6bd0" providerId="LiveId" clId="{79E365E8-22BC-4EC2-9606-9A9AC6CD1D22}" dt="2025-11-24T11:16:06.972" v="8292" actId="478"/>
          <ac:grpSpMkLst>
            <pc:docMk/>
            <pc:sldMk cId="1821755839" sldId="274"/>
            <ac:grpSpMk id="81" creationId="{761C14D8-9764-3A3C-A6F0-A9FF5EFCBD6B}"/>
          </ac:grpSpMkLst>
        </pc:grp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20" creationId="{9F92FB23-9D37-AEB9-493C-1E3DAE1913D2}"/>
          </ac:picMkLst>
        </pc:picChg>
        <pc:picChg chg="add mod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21" creationId="{174134F5-72A3-DA25-E671-C7DDD8DFA83A}"/>
          </ac:picMkLst>
        </pc:picChg>
        <pc:picChg chg="add del mod">
          <ac:chgData name="Jean-Yves Vuillequez" userId="e7fac481abea6bd0" providerId="LiveId" clId="{79E365E8-22BC-4EC2-9606-9A9AC6CD1D22}" dt="2025-11-24T11:09:57.506" v="8246" actId="478"/>
          <ac:picMkLst>
            <pc:docMk/>
            <pc:sldMk cId="1821755839" sldId="274"/>
            <ac:picMk id="38" creationId="{61B9E27D-C2EF-72CE-94C6-361123613D5A}"/>
          </ac:picMkLst>
        </pc:picChg>
        <pc:picChg chg="add mod">
          <ac:chgData name="Jean-Yves Vuillequez" userId="e7fac481abea6bd0" providerId="LiveId" clId="{79E365E8-22BC-4EC2-9606-9A9AC6CD1D22}" dt="2025-11-24T11:10:46.266" v="8250"/>
          <ac:picMkLst>
            <pc:docMk/>
            <pc:sldMk cId="1821755839" sldId="274"/>
            <ac:picMk id="41" creationId="{423CD652-2D44-79D0-9F09-9A9E0A116B0C}"/>
          </ac:picMkLst>
        </pc:picChg>
        <pc:picChg chg="add mod topLvl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51" creationId="{054FB5AB-F043-1139-CFA8-44C9034D1153}"/>
          </ac:picMkLst>
        </pc:picChg>
        <pc:picChg chg="mod">
          <ac:chgData name="Jean-Yves Vuillequez" userId="e7fac481abea6bd0" providerId="LiveId" clId="{79E365E8-22BC-4EC2-9606-9A9AC6CD1D22}" dt="2025-11-24T14:43:20.946" v="9165" actId="165"/>
          <ac:picMkLst>
            <pc:docMk/>
            <pc:sldMk cId="1821755839" sldId="274"/>
            <ac:picMk id="59" creationId="{66E29ABD-B82C-FAB9-3744-D1866DC79A32}"/>
          </ac:picMkLst>
        </pc:picChg>
        <pc:picChg chg="add mod ord">
          <ac:chgData name="Jean-Yves Vuillequez" userId="e7fac481abea6bd0" providerId="LiveId" clId="{79E365E8-22BC-4EC2-9606-9A9AC6CD1D22}" dt="2025-11-24T14:34:10.679" v="9156" actId="164"/>
          <ac:picMkLst>
            <pc:docMk/>
            <pc:sldMk cId="1821755839" sldId="274"/>
            <ac:picMk id="62" creationId="{C5C7BA9B-2B99-4B7A-7436-5F82DE29B981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65" creationId="{976AB5B9-1D61-B29C-C9DE-9051A31E8E27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68" creationId="{6A1FE08D-DF15-8940-EAA5-98ED76914736}"/>
          </ac:picMkLst>
        </pc:picChg>
        <pc:picChg chg="mod">
          <ac:chgData name="Jean-Yves Vuillequez" userId="e7fac481abea6bd0" providerId="LiveId" clId="{79E365E8-22BC-4EC2-9606-9A9AC6CD1D22}" dt="2025-11-24T11:15:07.707" v="8283"/>
          <ac:picMkLst>
            <pc:docMk/>
            <pc:sldMk cId="1821755839" sldId="274"/>
            <ac:picMk id="75" creationId="{586886EB-4D25-9840-8F7B-CD58BBADAFA6}"/>
          </ac:picMkLst>
        </pc:picChg>
        <pc:picChg chg="mod">
          <ac:chgData name="Jean-Yves Vuillequez" userId="e7fac481abea6bd0" providerId="LiveId" clId="{79E365E8-22BC-4EC2-9606-9A9AC6CD1D22}" dt="2025-11-24T14:33:53.619" v="9154" actId="164"/>
          <ac:picMkLst>
            <pc:docMk/>
            <pc:sldMk cId="1821755839" sldId="274"/>
            <ac:picMk id="80" creationId="{FEC09453-8329-B943-E8CD-D18A9746E3DE}"/>
          </ac:picMkLst>
        </pc:picChg>
        <pc:picChg chg="mod">
          <ac:chgData name="Jean-Yves Vuillequez" userId="e7fac481abea6bd0" providerId="LiveId" clId="{79E365E8-22BC-4EC2-9606-9A9AC6CD1D22}" dt="2025-11-24T11:15:36.398" v="8286" actId="571"/>
          <ac:picMkLst>
            <pc:docMk/>
            <pc:sldMk cId="1821755839" sldId="274"/>
            <ac:picMk id="83" creationId="{98F38E63-7956-4830-D851-BEFE1B62BA8D}"/>
          </ac:picMkLst>
        </pc:pic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07" creationId="{9E201599-7D6B-4671-395A-AB9C1CE55DB4}"/>
          </ac:picMkLst>
        </pc:pic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16" creationId="{B7DCCBAF-8A38-3C4F-0798-30A393D5D283}"/>
          </ac:picMkLst>
        </pc:picChg>
        <pc:picChg chg="add mod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17" creationId="{B3747ED9-0378-A202-7151-54782D96CF66}"/>
          </ac:picMkLst>
        </pc:picChg>
        <pc:picChg chg="add mod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27" creationId="{0DF6E305-58E0-10D9-0E90-7E26126193AF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6" creationId="{923FE2F2-F305-A7CE-975B-2A2BA912E4B7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8" creationId="{D0C03EA7-EAD6-1A33-21AE-920B9121582F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033" creationId="{FD816D59-77CA-1E04-DAC5-C8410FAC6198}"/>
          </ac:picMkLst>
        </pc:picChg>
        <pc:picChg chg="add mod topLvl">
          <ac:chgData name="Jean-Yves Vuillequez" userId="e7fac481abea6bd0" providerId="LiveId" clId="{79E365E8-22BC-4EC2-9606-9A9AC6CD1D22}" dt="2025-11-24T14:42:18.867" v="9159" actId="164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4T10:57:22.450" v="8107" actId="1076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4T10:41:03.494" v="8014" actId="1076"/>
          <ac:picMkLst>
            <pc:docMk/>
            <pc:sldMk cId="1821755839" sldId="274"/>
            <ac:picMk id="1038" creationId="{1B3822DD-A0E9-A37F-0DE9-40781F1C3DF4}"/>
          </ac:picMkLst>
        </pc:picChg>
        <pc:picChg chg="add mod topLvl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4T14:42:18.867" v="9159" actId="164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4T11:29:41.163" v="8310" actId="1036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4T15:07:08.350" v="9225" actId="1035"/>
          <ac:cxnSpMkLst>
            <pc:docMk/>
            <pc:sldMk cId="1821755839" sldId="274"/>
            <ac:cxnSpMk id="6" creationId="{804A8FE7-27C3-4C54-36F8-6A8C0900C5DA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0" creationId="{A34EFFD9-2B7F-223F-36C3-4CCC46291479}"/>
          </ac:cxnSpMkLst>
        </pc:cxnChg>
        <pc:cxnChg chg="add mod">
          <ac:chgData name="Jean-Yves Vuillequez" userId="e7fac481abea6bd0" providerId="LiveId" clId="{79E365E8-22BC-4EC2-9606-9A9AC6CD1D22}" dt="2025-11-24T15:06:41.662" v="9216" actId="14100"/>
          <ac:cxnSpMkLst>
            <pc:docMk/>
            <pc:sldMk cId="1821755839" sldId="274"/>
            <ac:cxnSpMk id="11" creationId="{D8A48580-543E-68C9-355D-6C2F58EACB96}"/>
          </ac:cxnSpMkLst>
        </pc:cxnChg>
        <pc:cxnChg chg="add mod">
          <ac:chgData name="Jean-Yves Vuillequez" userId="e7fac481abea6bd0" providerId="LiveId" clId="{79E365E8-22BC-4EC2-9606-9A9AC6CD1D22}" dt="2025-11-24T11:11:54.035" v="8274" actId="14100"/>
          <ac:cxnSpMkLst>
            <pc:docMk/>
            <pc:sldMk cId="1821755839" sldId="274"/>
            <ac:cxnSpMk id="17" creationId="{E363E85D-958E-F6A6-C279-98695543B49C}"/>
          </ac:cxnSpMkLst>
        </pc:cxnChg>
        <pc:cxnChg chg="add mod">
          <ac:chgData name="Jean-Yves Vuillequez" userId="e7fac481abea6bd0" providerId="LiveId" clId="{79E365E8-22BC-4EC2-9606-9A9AC6CD1D22}" dt="2025-11-24T11:11:43.683" v="8272" actId="1036"/>
          <ac:cxnSpMkLst>
            <pc:docMk/>
            <pc:sldMk cId="1821755839" sldId="274"/>
            <ac:cxnSpMk id="19" creationId="{7965C0EE-9642-2EA9-734C-AF9138078030}"/>
          </ac:cxnSpMkLst>
        </pc:cxnChg>
        <pc:cxnChg chg="add mod">
          <ac:chgData name="Jean-Yves Vuillequez" userId="e7fac481abea6bd0" providerId="LiveId" clId="{79E365E8-22BC-4EC2-9606-9A9AC6CD1D22}" dt="2025-11-22T18:19:13.006" v="7656" actId="108"/>
          <ac:cxnSpMkLst>
            <pc:docMk/>
            <pc:sldMk cId="1821755839" sldId="274"/>
            <ac:cxnSpMk id="24" creationId="{9AD6B91C-AEA0-8BCF-42B4-76BEC72FDE00}"/>
          </ac:cxnSpMkLst>
        </pc:cxnChg>
        <pc:cxnChg chg="add del mod">
          <ac:chgData name="Jean-Yves Vuillequez" userId="e7fac481abea6bd0" providerId="LiveId" clId="{79E365E8-22BC-4EC2-9606-9A9AC6CD1D22}" dt="2025-11-24T10:58:22.172" v="8149" actId="478"/>
          <ac:cxnSpMkLst>
            <pc:docMk/>
            <pc:sldMk cId="1821755839" sldId="274"/>
            <ac:cxnSpMk id="27" creationId="{10B31F45-EE59-3B06-0BB0-9F63BE518A6D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2T18:17:26.646" v="7623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 topLvl">
          <ac:chgData name="Jean-Yves Vuillequez" userId="e7fac481abea6bd0" providerId="LiveId" clId="{79E365E8-22BC-4EC2-9606-9A9AC6CD1D22}" dt="2025-11-24T14:28:52.263" v="9114" actId="164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84" creationId="{9FB5173D-B04A-5921-8DF1-AA3A6807A99D}"/>
          </ac:cxnSpMkLst>
        </pc:cxnChg>
        <pc:cxnChg chg="add mod ord topLvl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2T18:23:16.737" v="7679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46" creationId="{F59A3777-3D90-7CA7-F89E-8874DA5F6283}"/>
          </ac:cxnSpMkLst>
        </pc:cxnChg>
        <pc:cxnChg chg="add mod">
          <ac:chgData name="Jean-Yves Vuillequez" userId="e7fac481abea6bd0" providerId="LiveId" clId="{79E365E8-22BC-4EC2-9606-9A9AC6CD1D22}" dt="2025-11-22T18:22:29.522" v="7678" actId="208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4T11:12:43.152" v="8278" actId="208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4T11:10:35.885" v="8248" actId="108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4T15:42:47.576" v="9435" actId="107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4T15:42:47.576" v="9435" actId="1076"/>
          <ac:spMkLst>
            <pc:docMk/>
            <pc:sldMk cId="3647836335" sldId="287"/>
            <ac:spMk id="4" creationId="{A5620247-49B7-3C5A-F47B-760300A2EB3C}"/>
          </ac:spMkLst>
        </pc:spChg>
        <pc:spChg chg="add mod">
          <ac:chgData name="Jean-Yves Vuillequez" userId="e7fac481abea6bd0" providerId="LiveId" clId="{79E365E8-22BC-4EC2-9606-9A9AC6CD1D22}" dt="2025-11-24T15:42:44.380" v="9434" actId="1076"/>
          <ac:spMkLst>
            <pc:docMk/>
            <pc:sldMk cId="3647836335" sldId="287"/>
            <ac:spMk id="5" creationId="{1877B16D-43E1-D8A2-6CBB-699281489860}"/>
          </ac:spMkLst>
        </pc:spChg>
        <pc:spChg chg="add mod">
          <ac:chgData name="Jean-Yves Vuillequez" userId="e7fac481abea6bd0" providerId="LiveId" clId="{79E365E8-22BC-4EC2-9606-9A9AC6CD1D22}" dt="2025-11-24T15:42:05.689" v="9420" actId="14100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4T15:42:12.060" v="9422" actId="14100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4T15:42:16.814" v="9423" actId="14100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4T15:42:29.940" v="9430" actId="14100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add mod">
          <ac:chgData name="Jean-Yves Vuillequez" userId="e7fac481abea6bd0" providerId="LiveId" clId="{79E365E8-22BC-4EC2-9606-9A9AC6CD1D22}" dt="2025-11-24T15:42:40.355" v="9433" actId="108"/>
          <ac:spMkLst>
            <pc:docMk/>
            <pc:sldMk cId="3647836335" sldId="287"/>
            <ac:spMk id="12" creationId="{7699EDF7-B3FD-9018-8ED9-C590861D6946}"/>
          </ac:spMkLst>
        </pc:spChg>
        <pc:spChg chg="mod topLvl">
          <ac:chgData name="Jean-Yves Vuillequez" userId="e7fac481abea6bd0" providerId="LiveId" clId="{79E365E8-22BC-4EC2-9606-9A9AC6CD1D22}" dt="2025-11-24T15:42:24.264" v="9428" actId="1076"/>
          <ac:spMkLst>
            <pc:docMk/>
            <pc:sldMk cId="3647836335" sldId="287"/>
            <ac:spMk id="13" creationId="{3D2BBABE-A770-A1E0-2F9F-A99485CCB407}"/>
          </ac:spMkLst>
        </pc:spChg>
        <pc:spChg chg="add mod">
          <ac:chgData name="Jean-Yves Vuillequez" userId="e7fac481abea6bd0" providerId="LiveId" clId="{79E365E8-22BC-4EC2-9606-9A9AC6CD1D22}" dt="2025-11-24T15:42:19.056" v="9425" actId="571"/>
          <ac:spMkLst>
            <pc:docMk/>
            <pc:sldMk cId="3647836335" sldId="287"/>
            <ac:spMk id="14" creationId="{217E5B07-BCE8-176A-5237-2F941F134E55}"/>
          </ac:spMkLst>
        </pc:spChg>
        <pc:spChg chg="add mod">
          <ac:chgData name="Jean-Yves Vuillequez" userId="e7fac481abea6bd0" providerId="LiveId" clId="{79E365E8-22BC-4EC2-9606-9A9AC6CD1D22}" dt="2025-11-24T15:42:22.030" v="9427" actId="571"/>
          <ac:spMkLst>
            <pc:docMk/>
            <pc:sldMk cId="3647836335" sldId="287"/>
            <ac:spMk id="15" creationId="{26A2AF17-08AF-5037-25BC-FBB1288267DF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4T15:42:27.260" v="9429" actId="1076"/>
          <ac:grpSpMkLst>
            <pc:docMk/>
            <pc:sldMk cId="3647836335" sldId="287"/>
            <ac:grpSpMk id="11" creationId="{5108A918-E4C6-F9A2-4BF9-64DD15B4F141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</pc:sldChg>
      <pc:sldChg chg="addSp delSp modSp add mod modAnim modNotesTx">
        <pc:chgData name="Jean-Yves Vuillequez" userId="e7fac481abea6bd0" providerId="LiveId" clId="{79E365E8-22BC-4EC2-9606-9A9AC6CD1D22}" dt="2025-11-24T15:49:49.330" v="9475" actId="113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del mod">
          <ac:chgData name="Jean-Yves Vuillequez" userId="e7fac481abea6bd0" providerId="LiveId" clId="{79E365E8-22BC-4EC2-9606-9A9AC6CD1D22}" dt="2025-11-24T14:49:08.078" v="9174" actId="478"/>
          <ac:spMkLst>
            <pc:docMk/>
            <pc:sldMk cId="2290935718" sldId="289"/>
            <ac:spMk id="3" creationId="{E869AAB6-05E5-7ABD-6265-0FBFDCCB98A9}"/>
          </ac:spMkLst>
        </pc:spChg>
        <pc:spChg chg="add del mod ord">
          <ac:chgData name="Jean-Yves Vuillequez" userId="e7fac481abea6bd0" providerId="LiveId" clId="{79E365E8-22BC-4EC2-9606-9A9AC6CD1D22}" dt="2025-11-24T13:07:59.684" v="8335" actId="478"/>
          <ac:spMkLst>
            <pc:docMk/>
            <pc:sldMk cId="2290935718" sldId="289"/>
            <ac:spMk id="4" creationId="{786453DB-D6FB-CB5F-9376-5629883FAC60}"/>
          </ac:spMkLst>
        </pc:spChg>
        <pc:spChg chg="add del mod">
          <ac:chgData name="Jean-Yves Vuillequez" userId="e7fac481abea6bd0" providerId="LiveId" clId="{79E365E8-22BC-4EC2-9606-9A9AC6CD1D22}" dt="2025-11-24T14:49:08.078" v="9174" actId="478"/>
          <ac:spMkLst>
            <pc:docMk/>
            <pc:sldMk cId="2290935718" sldId="289"/>
            <ac:spMk id="8" creationId="{91E5332C-F2D0-0543-DF7C-6D3B8D01B2FA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9" creationId="{F0B9A769-DDF6-9710-D866-D2F50F863B22}"/>
          </ac:spMkLst>
        </pc:spChg>
        <pc:spChg chg="add mod">
          <ac:chgData name="Jean-Yves Vuillequez" userId="e7fac481abea6bd0" providerId="LiveId" clId="{79E365E8-22BC-4EC2-9606-9A9AC6CD1D22}" dt="2025-11-24T15:49:49.330" v="9475" actId="113"/>
          <ac:spMkLst>
            <pc:docMk/>
            <pc:sldMk cId="2290935718" sldId="289"/>
            <ac:spMk id="10" creationId="{DFD47DBC-035B-0B7D-9BB3-A4937ED2C9EB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11" creationId="{EEC86C4D-A9B4-4A74-ED37-29E01179A4EB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  <pc:picChg chg="add del mod">
          <ac:chgData name="Jean-Yves Vuillequez" userId="e7fac481abea6bd0" providerId="LiveId" clId="{79E365E8-22BC-4EC2-9606-9A9AC6CD1D22}" dt="2025-11-24T09:17:46.771" v="7796" actId="478"/>
          <ac:picMkLst>
            <pc:docMk/>
            <pc:sldMk cId="2290935718" sldId="289"/>
            <ac:picMk id="5" creationId="{937780E3-EE64-E9EA-5E8A-0FA88242AC93}"/>
          </ac:picMkLst>
        </pc:picChg>
        <pc:picChg chg="add del mod modCrop">
          <ac:chgData name="Jean-Yves Vuillequez" userId="e7fac481abea6bd0" providerId="LiveId" clId="{79E365E8-22BC-4EC2-9606-9A9AC6CD1D22}" dt="2025-11-24T13:41:00.083" v="8706" actId="21"/>
          <ac:picMkLst>
            <pc:docMk/>
            <pc:sldMk cId="2290935718" sldId="289"/>
            <ac:picMk id="6" creationId="{1DCCBE42-74DB-3DFF-14EF-68BE24C6FA39}"/>
          </ac:picMkLst>
        </pc:picChg>
        <pc:picChg chg="add del mod">
          <ac:chgData name="Jean-Yves Vuillequez" userId="e7fac481abea6bd0" providerId="LiveId" clId="{79E365E8-22BC-4EC2-9606-9A9AC6CD1D22}" dt="2025-11-24T11:04:10.956" v="8191" actId="478"/>
          <ac:picMkLst>
            <pc:docMk/>
            <pc:sldMk cId="2290935718" sldId="289"/>
            <ac:picMk id="7" creationId="{5FE561E2-56B0-D6A0-F0B7-7F202EE51386}"/>
          </ac:picMkLst>
        </pc:picChg>
        <pc:picChg chg="add mod">
          <ac:chgData name="Jean-Yves Vuillequez" userId="e7fac481abea6bd0" providerId="LiveId" clId="{79E365E8-22BC-4EC2-9606-9A9AC6CD1D22}" dt="2025-11-24T14:15:26.350" v="8996" actId="1076"/>
          <ac:picMkLst>
            <pc:docMk/>
            <pc:sldMk cId="2290935718" sldId="289"/>
            <ac:picMk id="7" creationId="{D843FCAE-84D8-B3E1-4B7A-0383F76C878B}"/>
          </ac:picMkLst>
        </pc:picChg>
        <pc:picChg chg="add del mod">
          <ac:chgData name="Jean-Yves Vuillequez" userId="e7fac481abea6bd0" providerId="LiveId" clId="{79E365E8-22BC-4EC2-9606-9A9AC6CD1D22}" dt="2025-11-24T09:17:44.883" v="7795" actId="21"/>
          <ac:picMkLst>
            <pc:docMk/>
            <pc:sldMk cId="2290935718" sldId="289"/>
            <ac:picMk id="12" creationId="{7D6B0B43-8628-A21E-C82B-D058DBA5452A}"/>
          </ac:picMkLst>
        </pc:picChg>
        <pc:picChg chg="add mod">
          <ac:chgData name="Jean-Yves Vuillequez" userId="e7fac481abea6bd0" providerId="LiveId" clId="{79E365E8-22BC-4EC2-9606-9A9AC6CD1D22}" dt="2025-11-24T14:48:29.277" v="9172" actId="14100"/>
          <ac:picMkLst>
            <pc:docMk/>
            <pc:sldMk cId="2290935718" sldId="289"/>
            <ac:picMk id="13" creationId="{7D6B0B43-8628-A21E-C82B-D058DBA5452A}"/>
          </ac:picMkLst>
        </pc:picChg>
        <pc:picChg chg="add del mod">
          <ac:chgData name="Jean-Yves Vuillequez" userId="e7fac481abea6bd0" providerId="LiveId" clId="{79E365E8-22BC-4EC2-9606-9A9AC6CD1D22}" dt="2025-11-24T14:15:19.532" v="8993" actId="478"/>
          <ac:picMkLst>
            <pc:docMk/>
            <pc:sldMk cId="2290935718" sldId="289"/>
            <ac:picMk id="14" creationId="{291A7323-DA08-B6B0-D55B-6BCFB1C0351B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5T08:53:15.397" v="9530"/>
        <pc:sldMkLst>
          <pc:docMk/>
          <pc:sldMk cId="3332770" sldId="291"/>
        </pc:sldMkLst>
        <pc:spChg chg="del mod">
          <ac:chgData name="Jean-Yves Vuillequez" userId="e7fac481abea6bd0" providerId="LiveId" clId="{79E365E8-22BC-4EC2-9606-9A9AC6CD1D22}" dt="2025-11-24T14:09:19.885" v="8945" actId="478"/>
          <ac:spMkLst>
            <pc:docMk/>
            <pc:sldMk cId="3332770" sldId="291"/>
            <ac:spMk id="2" creationId="{010F41C2-7624-67DE-B008-1F392C11A870}"/>
          </ac:spMkLst>
        </pc:spChg>
        <pc:spChg chg="add del mod">
          <ac:chgData name="Jean-Yves Vuillequez" userId="e7fac481abea6bd0" providerId="LiveId" clId="{79E365E8-22BC-4EC2-9606-9A9AC6CD1D22}" dt="2025-11-24T13:08:06.114" v="8336" actId="478"/>
          <ac:spMkLst>
            <pc:docMk/>
            <pc:sldMk cId="3332770" sldId="291"/>
            <ac:spMk id="3" creationId="{6C8C8F79-17EE-7C7E-88F5-83418E095E94}"/>
          </ac:spMkLst>
        </pc:spChg>
        <pc:spChg chg="add del mod">
          <ac:chgData name="Jean-Yves Vuillequez" userId="e7fac481abea6bd0" providerId="LiveId" clId="{79E365E8-22BC-4EC2-9606-9A9AC6CD1D22}" dt="2025-11-24T14:48:19.126" v="9171" actId="478"/>
          <ac:spMkLst>
            <pc:docMk/>
            <pc:sldMk cId="3332770" sldId="291"/>
            <ac:spMk id="5" creationId="{106A5BFC-54FA-403D-6C73-A732BC1D4F71}"/>
          </ac:spMkLst>
        </pc:spChg>
        <pc:spChg chg="add del mod">
          <ac:chgData name="Jean-Yves Vuillequez" userId="e7fac481abea6bd0" providerId="LiveId" clId="{79E365E8-22BC-4EC2-9606-9A9AC6CD1D22}" dt="2025-11-24T14:48:19.126" v="9171" actId="478"/>
          <ac:spMkLst>
            <pc:docMk/>
            <pc:sldMk cId="3332770" sldId="291"/>
            <ac:spMk id="6" creationId="{EBF21BA6-F9E0-6E0C-29B6-304458B8661D}"/>
          </ac:spMkLst>
        </pc:spChg>
        <pc:spChg chg="add mod">
          <ac:chgData name="Jean-Yves Vuillequez" userId="e7fac481abea6bd0" providerId="LiveId" clId="{79E365E8-22BC-4EC2-9606-9A9AC6CD1D22}" dt="2025-11-24T13:41:49.835" v="8718" actId="1076"/>
          <ac:spMkLst>
            <pc:docMk/>
            <pc:sldMk cId="3332770" sldId="291"/>
            <ac:spMk id="12" creationId="{B403ED53-942F-ACDD-C77F-9C1FC1E6046D}"/>
          </ac:spMkLst>
        </pc:spChg>
        <pc:spChg chg="add mod">
          <ac:chgData name="Jean-Yves Vuillequez" userId="e7fac481abea6bd0" providerId="LiveId" clId="{79E365E8-22BC-4EC2-9606-9A9AC6CD1D22}" dt="2025-11-24T13:41:49.835" v="8718" actId="1076"/>
          <ac:spMkLst>
            <pc:docMk/>
            <pc:sldMk cId="3332770" sldId="291"/>
            <ac:spMk id="14" creationId="{5D0A73CE-C166-6A68-6591-7CD7FEC862D5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5" creationId="{013ABAC4-C3BB-EC02-35DA-A3D2775495BD}"/>
          </ac:spMkLst>
        </pc:spChg>
        <pc:spChg chg="add mod">
          <ac:chgData name="Jean-Yves Vuillequez" userId="e7fac481abea6bd0" providerId="LiveId" clId="{79E365E8-22BC-4EC2-9606-9A9AC6CD1D22}" dt="2025-11-24T14:57:45.264" v="9201" actId="113"/>
          <ac:spMkLst>
            <pc:docMk/>
            <pc:sldMk cId="3332770" sldId="291"/>
            <ac:spMk id="16" creationId="{351780FB-D45B-8CC9-9474-2419578455B1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7" creationId="{4D10BBB2-7966-3E3A-0D09-F29E1C548804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picChg chg="add mod">
          <ac:chgData name="Jean-Yves Vuillequez" userId="e7fac481abea6bd0" providerId="LiveId" clId="{79E365E8-22BC-4EC2-9606-9A9AC6CD1D22}" dt="2025-11-25T08:53:15.397" v="9530"/>
          <ac:picMkLst>
            <pc:docMk/>
            <pc:sldMk cId="3332770" sldId="291"/>
            <ac:picMk id="2" creationId="{BFC65734-9253-849D-5A6F-F7D5EA9D0712}"/>
          </ac:picMkLst>
        </pc:picChg>
        <pc:picChg chg="add mod">
          <ac:chgData name="Jean-Yves Vuillequez" userId="e7fac481abea6bd0" providerId="LiveId" clId="{79E365E8-22BC-4EC2-9606-9A9AC6CD1D22}" dt="2025-11-25T08:53:15.397" v="9530"/>
          <ac:picMkLst>
            <pc:docMk/>
            <pc:sldMk cId="3332770" sldId="291"/>
            <ac:picMk id="3" creationId="{F42D4AB1-28C7-BB89-AEEE-DABEB2514D1E}"/>
          </ac:picMkLst>
        </pc:picChg>
        <pc:picChg chg="add del mod">
          <ac:chgData name="Jean-Yves Vuillequez" userId="e7fac481abea6bd0" providerId="LiveId" clId="{79E365E8-22BC-4EC2-9606-9A9AC6CD1D22}" dt="2025-11-24T13:08:48.053" v="8345" actId="21"/>
          <ac:picMkLst>
            <pc:docMk/>
            <pc:sldMk cId="3332770" sldId="291"/>
            <ac:picMk id="8" creationId="{015BFBD1-E8FF-A1DE-EE57-C49437435F9D}"/>
          </ac:picMkLst>
        </pc:picChg>
        <pc:picChg chg="add del mod">
          <ac:chgData name="Jean-Yves Vuillequez" userId="e7fac481abea6bd0" providerId="LiveId" clId="{79E365E8-22BC-4EC2-9606-9A9AC6CD1D22}" dt="2025-11-24T09:25:34.626" v="7809" actId="21"/>
          <ac:picMkLst>
            <pc:docMk/>
            <pc:sldMk cId="3332770" sldId="291"/>
            <ac:picMk id="8" creationId="{1C4C223B-DBE1-9C23-F6A9-F0D53C7554EA}"/>
          </ac:picMkLst>
        </pc:picChg>
        <pc:picChg chg="add del mod ord">
          <ac:chgData name="Jean-Yves Vuillequez" userId="e7fac481abea6bd0" providerId="LiveId" clId="{79E365E8-22BC-4EC2-9606-9A9AC6CD1D22}" dt="2025-11-24T13:08:48.948" v="8346" actId="478"/>
          <ac:picMkLst>
            <pc:docMk/>
            <pc:sldMk cId="3332770" sldId="291"/>
            <ac:picMk id="9" creationId="{1C4C223B-DBE1-9C23-F6A9-F0D53C7554EA}"/>
          </ac:picMkLst>
        </pc:picChg>
        <pc:picChg chg="add del mod">
          <ac:chgData name="Jean-Yves Vuillequez" userId="e7fac481abea6bd0" providerId="LiveId" clId="{79E365E8-22BC-4EC2-9606-9A9AC6CD1D22}" dt="2025-11-24T13:41:23.981" v="8712" actId="478"/>
          <ac:picMkLst>
            <pc:docMk/>
            <pc:sldMk cId="3332770" sldId="291"/>
            <ac:picMk id="10" creationId="{015BFBD1-E8FF-A1DE-EE57-C49437435F9D}"/>
          </ac:picMkLst>
        </pc:picChg>
        <pc:picChg chg="add del mod modCrop">
          <ac:chgData name="Jean-Yves Vuillequez" userId="e7fac481abea6bd0" providerId="LiveId" clId="{79E365E8-22BC-4EC2-9606-9A9AC6CD1D22}" dt="2025-11-24T14:24:59" v="9083" actId="478"/>
          <ac:picMkLst>
            <pc:docMk/>
            <pc:sldMk cId="3332770" sldId="291"/>
            <ac:picMk id="11" creationId="{1DCCBE42-74DB-3DFF-14EF-68BE24C6FA39}"/>
          </ac:picMkLst>
        </pc:picChg>
        <pc:picChg chg="add del mod">
          <ac:chgData name="Jean-Yves Vuillequez" userId="e7fac481abea6bd0" providerId="LiveId" clId="{79E365E8-22BC-4EC2-9606-9A9AC6CD1D22}" dt="2025-11-24T09:25:36.785" v="7810" actId="478"/>
          <ac:picMkLst>
            <pc:docMk/>
            <pc:sldMk cId="3332770" sldId="291"/>
            <ac:picMk id="11" creationId="{6B0F1A83-2432-176C-4AA5-8DD51C43E45F}"/>
          </ac:picMkLst>
        </pc:picChg>
        <pc:picChg chg="add del mod">
          <ac:chgData name="Jean-Yves Vuillequez" userId="e7fac481abea6bd0" providerId="LiveId" clId="{79E365E8-22BC-4EC2-9606-9A9AC6CD1D22}" dt="2025-11-25T08:53:14.980" v="9529" actId="478"/>
          <ac:picMkLst>
            <pc:docMk/>
            <pc:sldMk cId="3332770" sldId="291"/>
            <ac:picMk id="13" creationId="{42BBF9A1-C47F-62DF-F307-88D7E8C42892}"/>
          </ac:picMkLst>
        </pc:picChg>
        <pc:picChg chg="add del mod">
          <ac:chgData name="Jean-Yves Vuillequez" userId="e7fac481abea6bd0" providerId="LiveId" clId="{79E365E8-22BC-4EC2-9606-9A9AC6CD1D22}" dt="2025-11-24T14:24:57.298" v="9082" actId="478"/>
          <ac:picMkLst>
            <pc:docMk/>
            <pc:sldMk cId="3332770" sldId="291"/>
            <ac:picMk id="19" creationId="{251AEA8F-A473-62AD-0FE9-02E7F916FB2E}"/>
          </ac:picMkLst>
        </pc:picChg>
        <pc:picChg chg="add del mod modCrop">
          <ac:chgData name="Jean-Yves Vuillequez" userId="e7fac481abea6bd0" providerId="LiveId" clId="{79E365E8-22BC-4EC2-9606-9A9AC6CD1D22}" dt="2025-11-25T08:53:14.980" v="9529" actId="478"/>
          <ac:picMkLst>
            <pc:docMk/>
            <pc:sldMk cId="3332770" sldId="291"/>
            <ac:picMk id="21" creationId="{A65574E9-E5BD-6A21-1763-F42B66A783B7}"/>
          </ac:picMkLst>
        </pc:picChg>
        <pc:cxnChg chg="add del mod">
          <ac:chgData name="Jean-Yves Vuillequez" userId="e7fac481abea6bd0" providerId="LiveId" clId="{79E365E8-22BC-4EC2-9606-9A9AC6CD1D22}" dt="2025-11-24T14:48:19.126" v="9171" actId="478"/>
          <ac:cxnSpMkLst>
            <pc:docMk/>
            <pc:sldMk cId="3332770" sldId="291"/>
            <ac:cxnSpMk id="7" creationId="{224835CE-7645-B9BF-DF02-20730C1E63FF}"/>
          </ac:cxnSpMkLst>
        </pc:cxnChg>
      </pc:sldChg>
      <pc:sldChg chg="addSp delSp modSp add mod ord delAnim modAnim modNotesTx">
        <pc:chgData name="Jean-Yves Vuillequez" userId="e7fac481abea6bd0" providerId="LiveId" clId="{79E365E8-22BC-4EC2-9606-9A9AC6CD1D22}" dt="2025-11-24T15:04:25.227" v="9205" actId="113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14:03:47.959" v="6805" actId="14100"/>
          <ac:spMkLst>
            <pc:docMk/>
            <pc:sldMk cId="3315518580" sldId="292"/>
            <ac:spMk id="2" creationId="{6010F8FA-C28E-A43A-D055-D8E240B71778}"/>
          </ac:spMkLst>
        </pc:spChg>
        <pc:spChg chg="add mod">
          <ac:chgData name="Jean-Yves Vuillequez" userId="e7fac481abea6bd0" providerId="LiveId" clId="{79E365E8-22BC-4EC2-9606-9A9AC6CD1D22}" dt="2025-11-21T14:04:10.873" v="6846" actId="113"/>
          <ac:spMkLst>
            <pc:docMk/>
            <pc:sldMk cId="3315518580" sldId="292"/>
            <ac:spMk id="3" creationId="{8E129141-57FA-3782-2D29-46A01202FF38}"/>
          </ac:spMkLst>
        </pc:spChg>
        <pc:spChg chg="add mod">
          <ac:chgData name="Jean-Yves Vuillequez" userId="e7fac481abea6bd0" providerId="LiveId" clId="{79E365E8-22BC-4EC2-9606-9A9AC6CD1D22}" dt="2025-11-24T15:04:25.227" v="9205" actId="113"/>
          <ac:spMkLst>
            <pc:docMk/>
            <pc:sldMk cId="3315518580" sldId="292"/>
            <ac:spMk id="6" creationId="{0E35907B-6989-788E-7DC3-A17A61D93F25}"/>
          </ac:spMkLst>
        </pc:spChg>
        <pc:spChg chg="add mod or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mod">
          <ac:chgData name="Jean-Yves Vuillequez" userId="e7fac481abea6bd0" providerId="LiveId" clId="{79E365E8-22BC-4EC2-9606-9A9AC6CD1D22}" dt="2025-11-21T15:24:06.980" v="7159" actId="164"/>
          <ac:grpSpMkLst>
            <pc:docMk/>
            <pc:sldMk cId="3315518580" sldId="292"/>
            <ac:grpSpMk id="5" creationId="{F4E17C80-100B-9769-D624-90E0C0132394}"/>
          </ac:grpSpMkLst>
        </pc:grp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addSp delSp modSp add mod ord">
        <pc:chgData name="Jean-Yves Vuillequez" userId="e7fac481abea6bd0" providerId="LiveId" clId="{79E365E8-22BC-4EC2-9606-9A9AC6CD1D22}" dt="2025-11-25T08:54:23.746" v="9534"/>
        <pc:sldMkLst>
          <pc:docMk/>
          <pc:sldMk cId="2817282669" sldId="295"/>
        </pc:sldMkLst>
        <pc:spChg chg="add del mod">
          <ac:chgData name="Jean-Yves Vuillequez" userId="e7fac481abea6bd0" providerId="LiveId" clId="{79E365E8-22BC-4EC2-9606-9A9AC6CD1D22}" dt="2025-11-24T15:13:53.242" v="9229" actId="478"/>
          <ac:spMkLst>
            <pc:docMk/>
            <pc:sldMk cId="2817282669" sldId="295"/>
            <ac:spMk id="3" creationId="{89EE8D39-D478-0817-1A92-C3865BB10A61}"/>
          </ac:spMkLst>
        </pc:spChg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4T15:29:09.327" v="9309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addSp delSp modSp add mod ord">
        <pc:chgData name="Jean-Yves Vuillequez" userId="e7fac481abea6bd0" providerId="LiveId" clId="{79E365E8-22BC-4EC2-9606-9A9AC6CD1D22}" dt="2025-11-25T08:54:23.746" v="9534"/>
        <pc:sldMkLst>
          <pc:docMk/>
          <pc:sldMk cId="2552402859" sldId="296"/>
        </pc:sldMkLst>
        <pc:spChg chg="add del mod">
          <ac:chgData name="Jean-Yves Vuillequez" userId="e7fac481abea6bd0" providerId="LiveId" clId="{79E365E8-22BC-4EC2-9606-9A9AC6CD1D22}" dt="2025-11-24T15:14:54.225" v="9242" actId="478"/>
          <ac:spMkLst>
            <pc:docMk/>
            <pc:sldMk cId="2552402859" sldId="296"/>
            <ac:spMk id="3" creationId="{5B05B1FD-33BF-DA06-1EDF-2A61D6895874}"/>
          </ac:spMkLst>
        </pc:spChg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4T15:44:59.685" v="9438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  <pc:sldChg chg="addSp delSp modSp add mod modNotesTx">
        <pc:chgData name="Jean-Yves Vuillequez" userId="e7fac481abea6bd0" providerId="LiveId" clId="{79E365E8-22BC-4EC2-9606-9A9AC6CD1D22}" dt="2025-11-24T14:48:39.023" v="9173" actId="1076"/>
        <pc:sldMkLst>
          <pc:docMk/>
          <pc:sldMk cId="1444436494" sldId="297"/>
        </pc:sldMkLst>
        <pc:spChg chg="mod">
          <ac:chgData name="Jean-Yves Vuillequez" userId="e7fac481abea6bd0" providerId="LiveId" clId="{79E365E8-22BC-4EC2-9606-9A9AC6CD1D22}" dt="2025-11-24T14:48:39.023" v="9173" actId="1076"/>
          <ac:spMkLst>
            <pc:docMk/>
            <pc:sldMk cId="1444436494" sldId="297"/>
            <ac:spMk id="5" creationId="{09C407C9-5F17-8D57-D377-23DFE0693D48}"/>
          </ac:spMkLst>
        </pc:spChg>
        <pc:spChg chg="mod">
          <ac:chgData name="Jean-Yves Vuillequez" userId="e7fac481abea6bd0" providerId="LiveId" clId="{79E365E8-22BC-4EC2-9606-9A9AC6CD1D22}" dt="2025-11-24T14:48:39.023" v="9173" actId="1076"/>
          <ac:spMkLst>
            <pc:docMk/>
            <pc:sldMk cId="1444436494" sldId="297"/>
            <ac:spMk id="6" creationId="{B90EF6EF-0FB3-7E2A-D542-2278633E1A3F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5" creationId="{FDD96A06-DBA7-FCEA-0F92-4B5846061264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6" creationId="{1ABFED4E-A724-91DB-38DD-00F20C5EAF98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7" creationId="{52B9B445-68A9-B1DB-6EF3-C0AE80254ECE}"/>
          </ac:spMkLst>
        </pc:spChg>
        <pc:picChg chg="add mod">
          <ac:chgData name="Jean-Yves Vuillequez" userId="e7fac481abea6bd0" providerId="LiveId" clId="{79E365E8-22BC-4EC2-9606-9A9AC6CD1D22}" dt="2025-11-24T14:12:10.503" v="8973" actId="1076"/>
          <ac:picMkLst>
            <pc:docMk/>
            <pc:sldMk cId="1444436494" sldId="297"/>
            <ac:picMk id="4" creationId="{2BDCE2CF-B879-0D8F-F894-93FD712FBD79}"/>
          </ac:picMkLst>
        </pc:picChg>
        <pc:picChg chg="del">
          <ac:chgData name="Jean-Yves Vuillequez" userId="e7fac481abea6bd0" providerId="LiveId" clId="{79E365E8-22BC-4EC2-9606-9A9AC6CD1D22}" dt="2025-11-24T14:09:46.982" v="8946" actId="478"/>
          <ac:picMkLst>
            <pc:docMk/>
            <pc:sldMk cId="1444436494" sldId="297"/>
            <ac:picMk id="10" creationId="{4A57400A-AA4B-198F-0C67-0DD22B9A2461}"/>
          </ac:picMkLst>
        </pc:picChg>
        <pc:picChg chg="del">
          <ac:chgData name="Jean-Yves Vuillequez" userId="e7fac481abea6bd0" providerId="LiveId" clId="{79E365E8-22BC-4EC2-9606-9A9AC6CD1D22}" dt="2025-11-24T13:41:28.002" v="8714" actId="478"/>
          <ac:picMkLst>
            <pc:docMk/>
            <pc:sldMk cId="1444436494" sldId="297"/>
            <ac:picMk id="11" creationId="{9B1DD4D7-CBA8-B7A0-E8CD-0BE63CB336D7}"/>
          </ac:picMkLst>
        </pc:picChg>
        <pc:picChg chg="del">
          <ac:chgData name="Jean-Yves Vuillequez" userId="e7fac481abea6bd0" providerId="LiveId" clId="{79E365E8-22BC-4EC2-9606-9A9AC6CD1D22}" dt="2025-11-24T13:41:26.546" v="8713" actId="478"/>
          <ac:picMkLst>
            <pc:docMk/>
            <pc:sldMk cId="1444436494" sldId="297"/>
            <ac:picMk id="13" creationId="{E8317090-863A-52D7-A07C-0E64CEF74AA7}"/>
          </ac:picMkLst>
        </pc:picChg>
        <pc:cxnChg chg="mod">
          <ac:chgData name="Jean-Yves Vuillequez" userId="e7fac481abea6bd0" providerId="LiveId" clId="{79E365E8-22BC-4EC2-9606-9A9AC6CD1D22}" dt="2025-11-24T14:48:39.023" v="9173" actId="1076"/>
          <ac:cxnSpMkLst>
            <pc:docMk/>
            <pc:sldMk cId="1444436494" sldId="297"/>
            <ac:cxnSpMk id="7" creationId="{8A52E4F2-1D7C-51B1-DE52-6FB8760CC349}"/>
          </ac:cxnSpMkLst>
        </pc:cxnChg>
      </pc:sldChg>
      <pc:sldChg chg="add del">
        <pc:chgData name="Jean-Yves Vuillequez" userId="e7fac481abea6bd0" providerId="LiveId" clId="{79E365E8-22BC-4EC2-9606-9A9AC6CD1D22}" dt="2025-11-24T13:41:19.936" v="8710"/>
        <pc:sldMkLst>
          <pc:docMk/>
          <pc:sldMk cId="1637271805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Quantité énergie perdues vs optimisation 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</a:t>
            </a:r>
            <a:r>
              <a:rPr lang="fr-FR"/>
              <a:t>prévisions 3 </a:t>
            </a:r>
            <a:r>
              <a:rPr lang="fr-FR" dirty="0"/>
              <a:t>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Graph </a:t>
            </a:r>
            <a:r>
              <a:rPr lang="fr-FR" sz="1100" dirty="0" err="1"/>
              <a:t>feature</a:t>
            </a:r>
            <a:r>
              <a:rPr lang="fr-FR" sz="1100" dirty="0"/>
              <a:t> importance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/>
              <a:t>Scatter</a:t>
            </a:r>
            <a:r>
              <a:rPr lang="fr-FR" sz="1100" dirty="0"/>
              <a:t> plot pour monter linéarité et dispersion des points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r>
              <a:rPr lang="fr-FR" sz="1100" dirty="0"/>
              <a:t>)</a:t>
            </a:r>
          </a:p>
          <a:p>
            <a:pPr marL="114300" lvl="0" indent="0">
              <a:buNone/>
            </a:pPr>
            <a:r>
              <a:rPr lang="fr-FR" sz="1100" dirty="0"/>
              <a:t>Line plot avec la merge d’erreur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</a:p>
          <a:p>
            <a:pPr marL="114300" lvl="0" indent="0">
              <a:buNone/>
            </a:pPr>
            <a:endParaRPr lang="fr-FR" sz="1100" dirty="0">
              <a:sym typeface="Wingdings" panose="05000000000000000000" pitchFamily="2" charset="2"/>
            </a:endParaRP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Définition du 10 cm (intensité fréquence – Approximateur de l’activité solaire)</a:t>
            </a: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Données spatiales  drop</a:t>
            </a: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Radom </a:t>
            </a:r>
            <a:r>
              <a:rPr lang="fr-FR" sz="1100" dirty="0" err="1">
                <a:sym typeface="Wingdings" panose="05000000000000000000" pitchFamily="2" charset="2"/>
              </a:rPr>
              <a:t>forest</a:t>
            </a:r>
            <a:r>
              <a:rPr lang="fr-FR" sz="1100" dirty="0">
                <a:sym typeface="Wingdings" panose="05000000000000000000" pitchFamily="2" charset="2"/>
              </a:rPr>
              <a:t> explication</a:t>
            </a:r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Démonstration </a:t>
            </a:r>
            <a:r>
              <a:rPr lang="fr-FR" sz="1100" dirty="0" err="1"/>
              <a:t>dashboar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8C46411-409A-2EF1-94A1-820A09FB0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411F7F17-DB6A-9D98-EFE6-99499B3AAC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007C55AB-20D6-5A73-A961-EF29E8E3FA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9065285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pPr marL="158750" indent="0"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nalysesetdonnees.rte-france.com/bilan-electrique-2024/production?utm_source=chatgpt.com#Vuedensemble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hyperlink" Target="https://renergies99-dashboard.hf.space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slide" Target="slide17.xml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intérieur">
            <a:extLst>
              <a:ext uri="{FF2B5EF4-FFF2-40B4-BE49-F238E27FC236}">
                <a16:creationId xmlns:a16="http://schemas.microsoft.com/office/drawing/2014/main" id="{EC609326-E74D-C852-5772-0AF47814B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461" y="987052"/>
            <a:ext cx="5471864" cy="3068804"/>
          </a:xfrm>
          <a:prstGeom prst="rect">
            <a:avLst/>
          </a:prstGeom>
        </p:spPr>
      </p:pic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6715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3" grpId="0" build="p"/>
      <p:bldP spid="10" grpId="0"/>
      <p:bldP spid="16" grpId="0" animBg="1"/>
      <p:bldP spid="17" grpId="0" animBg="1"/>
      <p:bldP spid="19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80351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2586770"/>
            <a:ext cx="1078173" cy="929335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2586770"/>
            <a:ext cx="7161234" cy="929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Anticiper</a:t>
            </a:r>
            <a:r>
              <a:rPr lang="fr-FR" sz="1200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sz="1200" dirty="0" err="1">
                <a:latin typeface="+mj-lt"/>
                <a:ea typeface="Calibri"/>
                <a:cs typeface="Calibri"/>
              </a:rPr>
              <a:t>EnR</a:t>
            </a:r>
            <a:r>
              <a:rPr lang="fr-FR" sz="1200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sz="1200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sz="1200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989658"/>
            <a:ext cx="1078173" cy="750533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989658"/>
            <a:ext cx="7161234" cy="75053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sz="1200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2352227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200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734980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877B16D-43E1-D8A2-6CBB-699281489860}"/>
              </a:ext>
            </a:extLst>
          </p:cNvPr>
          <p:cNvSpPr txBox="1"/>
          <p:nvPr/>
        </p:nvSpPr>
        <p:spPr>
          <a:xfrm>
            <a:off x="1776980" y="1614732"/>
            <a:ext cx="7055319" cy="37457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fr-FR" sz="1600" dirty="0"/>
              <a:t>Plusieurs centaines de GWh solaire </a:t>
            </a:r>
            <a:r>
              <a:rPr lang="fr-FR" sz="1600" b="1" dirty="0"/>
              <a:t>perdus</a:t>
            </a:r>
            <a:r>
              <a:rPr lang="fr-FR" sz="1600" dirty="0"/>
              <a:t> certaines années </a:t>
            </a:r>
            <a:r>
              <a:rPr lang="fr-FR" sz="1200" dirty="0"/>
              <a:t>(Source </a:t>
            </a:r>
            <a:r>
              <a:rPr lang="fr-FR" sz="1200" dirty="0">
                <a:hlinkClick r:id="rId5"/>
              </a:rPr>
              <a:t>RTE</a:t>
            </a:r>
            <a:r>
              <a:rPr lang="fr-FR" sz="1200" dirty="0"/>
              <a:t>)</a:t>
            </a:r>
            <a:endParaRPr lang="fr-FR" sz="1600" dirty="0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7699EDF7-B3FD-9018-8ED9-C590861D6946}"/>
              </a:ext>
            </a:extLst>
          </p:cNvPr>
          <p:cNvSpPr/>
          <p:nvPr/>
        </p:nvSpPr>
        <p:spPr>
          <a:xfrm>
            <a:off x="524652" y="1484459"/>
            <a:ext cx="1146413" cy="660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Constat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2097" idx="2"/>
            <a:endCxn id="43" idx="3"/>
          </p:cNvCxnSpPr>
          <p:nvPr/>
        </p:nvCxnSpPr>
        <p:spPr>
          <a:xfrm rot="5400000">
            <a:off x="7570819" y="3859448"/>
            <a:ext cx="739989" cy="29831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4633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Préparation et </a:t>
            </a:r>
          </a:p>
          <a:p>
            <a:pPr marL="158750" indent="0" algn="ctr">
              <a:buNone/>
            </a:pPr>
            <a:r>
              <a:rPr lang="fr-FR" sz="800" b="1" dirty="0"/>
              <a:t>nettoyage</a:t>
            </a:r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9" b="12963"/>
          <a:stretch>
            <a:fillRect/>
          </a:stretch>
        </p:blipFill>
        <p:spPr bwMode="auto">
          <a:xfrm>
            <a:off x="8471325" y="2479951"/>
            <a:ext cx="519001" cy="55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223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305374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56B5F17-0455-4EEE-EA40-088735D5E368}"/>
              </a:ext>
            </a:extLst>
          </p:cNvPr>
          <p:cNvGrpSpPr/>
          <p:nvPr/>
        </p:nvGrpSpPr>
        <p:grpSpPr>
          <a:xfrm>
            <a:off x="263070" y="1458686"/>
            <a:ext cx="2030067" cy="3272971"/>
            <a:chOff x="263070" y="1458686"/>
            <a:chExt cx="2030067" cy="3272971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626281" y="1716520"/>
              <a:ext cx="653142" cy="2740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78455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512232" y="2694535"/>
              <a:ext cx="86354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  <a:p>
              <a:pPr algn="ctr"/>
              <a:r>
                <a:rPr lang="fr-FR" sz="600" b="1" dirty="0"/>
                <a:t>(métadonnées)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3014137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463375" y="3488496"/>
              <a:ext cx="94927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93739" y="376236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463374" y="4238831"/>
              <a:ext cx="95901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095600" y="1606201"/>
              <a:ext cx="264768" cy="273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7" name="Picture 8">
              <a:extLst>
                <a:ext uri="{FF2B5EF4-FFF2-40B4-BE49-F238E27FC236}">
                  <a16:creationId xmlns:a16="http://schemas.microsoft.com/office/drawing/2014/main" id="{0DF6E305-58E0-10D9-0E90-7E26126193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203"/>
            <a:stretch>
              <a:fillRect/>
            </a:stretch>
          </p:blipFill>
          <p:spPr bwMode="auto">
            <a:xfrm>
              <a:off x="1666945" y="2090436"/>
              <a:ext cx="492649" cy="5741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3" name="Picture 10">
              <a:extLst>
                <a:ext uri="{FF2B5EF4-FFF2-40B4-BE49-F238E27FC236}">
                  <a16:creationId xmlns:a16="http://schemas.microsoft.com/office/drawing/2014/main" id="{FD816D59-77CA-1E04-DAC5-C8410FAC61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775"/>
            <a:stretch>
              <a:fillRect/>
            </a:stretch>
          </p:blipFill>
          <p:spPr bwMode="auto">
            <a:xfrm>
              <a:off x="1684197" y="3264975"/>
              <a:ext cx="492665" cy="57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33B23519-5EFA-F17A-CAA2-6EF8A191B3CD}"/>
                </a:ext>
              </a:extLst>
            </p:cNvPr>
            <p:cNvSpPr/>
            <p:nvPr/>
          </p:nvSpPr>
          <p:spPr>
            <a:xfrm>
              <a:off x="456709" y="1469509"/>
              <a:ext cx="972305" cy="3123802"/>
            </a:xfrm>
            <a:prstGeom prst="round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804A8FE7-27C3-4C54-36F8-6A8C0900C5DA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2383224"/>
              <a:ext cx="362079" cy="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A34EFFD9-2B7F-223F-36C3-4CCC46291479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3554011"/>
              <a:ext cx="362079" cy="0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FD39475C-E631-B671-266E-B9334304C252}"/>
              </a:ext>
            </a:extLst>
          </p:cNvPr>
          <p:cNvGrpSpPr/>
          <p:nvPr/>
        </p:nvGrpSpPr>
        <p:grpSpPr>
          <a:xfrm>
            <a:off x="6685555" y="1873629"/>
            <a:ext cx="1574333" cy="2814629"/>
            <a:chOff x="6685555" y="1873629"/>
            <a:chExt cx="1574333" cy="2814629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61" t="20885" r="16005" b="23808"/>
            <a:stretch>
              <a:fillRect/>
            </a:stretch>
          </p:blipFill>
          <p:spPr bwMode="auto">
            <a:xfrm>
              <a:off x="7785778" y="1885388"/>
              <a:ext cx="435834" cy="266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63" t="15290" r="18027" b="19432"/>
            <a:stretch>
              <a:fillRect/>
            </a:stretch>
          </p:blipFill>
          <p:spPr bwMode="auto">
            <a:xfrm>
              <a:off x="7188151" y="4068942"/>
              <a:ext cx="603504" cy="6193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2271252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328730"/>
              <a:ext cx="1156330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EDA </a:t>
              </a:r>
            </a:p>
            <a:p>
              <a:pPr algn="ctr"/>
              <a:r>
                <a:rPr lang="fr-FR" sz="7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7012431" y="2970222"/>
              <a:ext cx="110451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85576"/>
              <a:ext cx="11563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PREDICT </a:t>
              </a:r>
            </a:p>
            <a:p>
              <a:pPr algn="ctr"/>
              <a:r>
                <a:rPr lang="fr-FR" sz="7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881481" y="1873629"/>
              <a:ext cx="1378407" cy="1764604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1" name="Picture 14">
              <a:extLst>
                <a:ext uri="{FF2B5EF4-FFF2-40B4-BE49-F238E27FC236}">
                  <a16:creationId xmlns:a16="http://schemas.microsoft.com/office/drawing/2014/main" id="{174134F5-72A3-DA25-E671-C7DDD8DFA8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6885019" y="1985270"/>
              <a:ext cx="800992" cy="179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4BA37FE-DD89-0B23-6089-5FD37763331C}"/>
                </a:ext>
              </a:extLst>
            </p:cNvPr>
            <p:cNvSpPr/>
            <p:nvPr/>
          </p:nvSpPr>
          <p:spPr>
            <a:xfrm>
              <a:off x="7624519" y="2020902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ABFDE930-E8FD-AEFC-C080-0E20435636B0}"/>
                </a:ext>
              </a:extLst>
            </p:cNvPr>
            <p:cNvGrpSpPr/>
            <p:nvPr/>
          </p:nvGrpSpPr>
          <p:grpSpPr>
            <a:xfrm>
              <a:off x="6685555" y="3898233"/>
              <a:ext cx="703440" cy="410340"/>
              <a:chOff x="7750640" y="4242260"/>
              <a:chExt cx="447927" cy="261290"/>
            </a:xfrm>
          </p:grpSpPr>
          <p:sp>
            <p:nvSpPr>
              <p:cNvPr id="45" name="Rectangle : coins arrondis 44">
                <a:extLst>
                  <a:ext uri="{FF2B5EF4-FFF2-40B4-BE49-F238E27FC236}">
                    <a16:creationId xmlns:a16="http://schemas.microsoft.com/office/drawing/2014/main" id="{D7F593C2-1139-09D7-2E16-9F2706484D71}"/>
                  </a:ext>
                </a:extLst>
              </p:cNvPr>
              <p:cNvSpPr/>
              <p:nvPr/>
            </p:nvSpPr>
            <p:spPr>
              <a:xfrm>
                <a:off x="7785777" y="4265830"/>
                <a:ext cx="373983" cy="223312"/>
              </a:xfrm>
              <a:prstGeom prst="round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59" name="Picture 2">
                <a:extLst>
                  <a:ext uri="{FF2B5EF4-FFF2-40B4-BE49-F238E27FC236}">
                    <a16:creationId xmlns:a16="http://schemas.microsoft.com/office/drawing/2014/main" id="{66E29ABD-B82C-FAB9-3744-D1866DC79A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640" y="4242260"/>
                <a:ext cx="447927" cy="261290"/>
              </a:xfrm>
              <a:prstGeom prst="rect">
                <a:avLst/>
              </a:prstGeom>
              <a:noFill/>
            </p:spPr>
          </p:pic>
        </p:grpSp>
      </p:grp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EC855B51-00D1-B205-FFDD-9584B2007244}"/>
              </a:ext>
            </a:extLst>
          </p:cNvPr>
          <p:cNvGrpSpPr/>
          <p:nvPr/>
        </p:nvGrpSpPr>
        <p:grpSpPr>
          <a:xfrm>
            <a:off x="4245348" y="1458686"/>
            <a:ext cx="2205580" cy="3272971"/>
            <a:chOff x="4245348" y="1458686"/>
            <a:chExt cx="2205580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6" name="Picture 12">
              <a:extLst>
                <a:ext uri="{FF2B5EF4-FFF2-40B4-BE49-F238E27FC236}">
                  <a16:creationId xmlns:a16="http://schemas.microsoft.com/office/drawing/2014/main" id="{135630BC-F5F0-17C1-438A-A312C16997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90470" y="2524037"/>
              <a:ext cx="781468" cy="5643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1B3822DD-A0E9-A37F-0DE9-40781F1C3D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4575513" y="2705986"/>
              <a:ext cx="1009143" cy="225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Rectangle : coins arrondis 46">
              <a:extLst>
                <a:ext uri="{FF2B5EF4-FFF2-40B4-BE49-F238E27FC236}">
                  <a16:creationId xmlns:a16="http://schemas.microsoft.com/office/drawing/2014/main" id="{481D51B6-7D43-7926-6891-407782B836DE}"/>
                </a:ext>
              </a:extLst>
            </p:cNvPr>
            <p:cNvSpPr/>
            <p:nvPr/>
          </p:nvSpPr>
          <p:spPr>
            <a:xfrm>
              <a:off x="4883346" y="3012224"/>
              <a:ext cx="1107899" cy="56028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FE31E2F0-6B8A-B0EE-9044-0597F28AE28A}"/>
                </a:ext>
              </a:extLst>
            </p:cNvPr>
            <p:cNvSpPr txBox="1"/>
            <p:nvPr/>
          </p:nvSpPr>
          <p:spPr>
            <a:xfrm>
              <a:off x="4909152" y="3149942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 err="1"/>
                <a:t>Tracking</a:t>
              </a:r>
              <a:r>
                <a:rPr lang="fr-FR" sz="800" b="1" dirty="0"/>
                <a:t> du modèle</a:t>
              </a:r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8486A803-5325-E4EE-E6D1-9C2310E9372C}"/>
                </a:ext>
              </a:extLst>
            </p:cNvPr>
            <p:cNvSpPr/>
            <p:nvPr/>
          </p:nvSpPr>
          <p:spPr>
            <a:xfrm>
              <a:off x="4881636" y="3862081"/>
              <a:ext cx="1109609" cy="5253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D45817E9-F26B-F5AC-E969-2DB4F41AE334}"/>
                </a:ext>
              </a:extLst>
            </p:cNvPr>
            <p:cNvSpPr txBox="1"/>
            <p:nvPr/>
          </p:nvSpPr>
          <p:spPr>
            <a:xfrm>
              <a:off x="4911591" y="3977728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Registre et runs du modèle</a:t>
              </a:r>
            </a:p>
          </p:txBody>
        </p:sp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A2294E8E-D08B-505D-5B9D-D8788A9CD3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91140" y="2843961"/>
              <a:ext cx="711670" cy="374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Image 50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054FB5AB-F043-1139-CFA8-44C9034D1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76380" y="3775222"/>
              <a:ext cx="247189" cy="295703"/>
            </a:xfrm>
            <a:prstGeom prst="rect">
              <a:avLst/>
            </a:prstGeom>
          </p:spPr>
        </p:pic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7A45A31B-42CC-CB8B-442E-3576FB243381}"/>
                </a:ext>
              </a:extLst>
            </p:cNvPr>
            <p:cNvSpPr/>
            <p:nvPr/>
          </p:nvSpPr>
          <p:spPr>
            <a:xfrm>
              <a:off x="5535850" y="2751648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sp>
          <p:nvSpPr>
            <p:cNvPr id="53" name="Rectangle : coins arrondis 52">
              <a:extLst>
                <a:ext uri="{FF2B5EF4-FFF2-40B4-BE49-F238E27FC236}">
                  <a16:creationId xmlns:a16="http://schemas.microsoft.com/office/drawing/2014/main" id="{CF1F8123-FC2A-EF28-8139-FC1D62216C5F}"/>
                </a:ext>
              </a:extLst>
            </p:cNvPr>
            <p:cNvSpPr/>
            <p:nvPr/>
          </p:nvSpPr>
          <p:spPr>
            <a:xfrm>
              <a:off x="4531529" y="2628306"/>
              <a:ext cx="1796425" cy="1870262"/>
            </a:xfrm>
            <a:prstGeom prst="roundRect">
              <a:avLst>
                <a:gd name="adj" fmla="val 10895"/>
              </a:avLst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046" name="Connecteur droit avec flèche 1045">
              <a:extLst>
                <a:ext uri="{FF2B5EF4-FFF2-40B4-BE49-F238E27FC236}">
                  <a16:creationId xmlns:a16="http://schemas.microsoft.com/office/drawing/2014/main" id="{F59A3777-3D90-7CA7-F89E-8874DA5F6283}"/>
                </a:ext>
              </a:extLst>
            </p:cNvPr>
            <p:cNvCxnSpPr>
              <a:cxnSpLocks/>
              <a:stCxn id="46" idx="2"/>
            </p:cNvCxnSpPr>
            <p:nvPr/>
          </p:nvCxnSpPr>
          <p:spPr>
            <a:xfrm>
              <a:off x="5427620" y="2302794"/>
              <a:ext cx="2122" cy="325512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Connecteur droit avec flèche 1067">
              <a:extLst>
                <a:ext uri="{FF2B5EF4-FFF2-40B4-BE49-F238E27FC236}">
                  <a16:creationId xmlns:a16="http://schemas.microsoft.com/office/drawing/2014/main" id="{3FF98031-1DCE-7770-7F38-10F134A37AB2}"/>
                </a:ext>
              </a:extLst>
            </p:cNvPr>
            <p:cNvCxnSpPr>
              <a:cxnSpLocks/>
              <a:stCxn id="47" idx="2"/>
              <a:endCxn id="49" idx="0"/>
            </p:cNvCxnSpPr>
            <p:nvPr/>
          </p:nvCxnSpPr>
          <p:spPr>
            <a:xfrm flipH="1">
              <a:off x="5436441" y="3572509"/>
              <a:ext cx="855" cy="289572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E433E364-4228-6856-536E-34873F6A6DC3}"/>
                </a:ext>
              </a:extLst>
            </p:cNvPr>
            <p:cNvSpPr/>
            <p:nvPr/>
          </p:nvSpPr>
          <p:spPr>
            <a:xfrm>
              <a:off x="4809680" y="1817936"/>
              <a:ext cx="1235879" cy="48485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748B16F9-6C53-91C1-4712-424BF6CE89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8049" y="1580684"/>
              <a:ext cx="506762" cy="50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682088E1-064C-5214-7A97-A059E4869B55}"/>
                </a:ext>
              </a:extLst>
            </p:cNvPr>
            <p:cNvSpPr txBox="1"/>
            <p:nvPr/>
          </p:nvSpPr>
          <p:spPr>
            <a:xfrm>
              <a:off x="4913179" y="1841943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Entraînement du modèle</a:t>
              </a:r>
            </a:p>
          </p:txBody>
        </p: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8FC538F3-E888-6C1B-940B-D6B968D8FCEE}"/>
                </a:ext>
              </a:extLst>
            </p:cNvPr>
            <p:cNvCxnSpPr>
              <a:cxnSpLocks/>
            </p:cNvCxnSpPr>
            <p:nvPr/>
          </p:nvCxnSpPr>
          <p:spPr>
            <a:xfrm>
              <a:off x="4245348" y="2035648"/>
              <a:ext cx="551235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20" idx="0"/>
            <a:endCxn id="1074" idx="0"/>
          </p:cNvCxnSpPr>
          <p:nvPr/>
        </p:nvCxnSpPr>
        <p:spPr>
          <a:xfrm rot="5400000" flipH="1" flipV="1">
            <a:off x="5577195" y="211592"/>
            <a:ext cx="331453" cy="3655528"/>
          </a:xfrm>
          <a:prstGeom prst="bentConnector3">
            <a:avLst>
              <a:gd name="adj1" fmla="val 195988"/>
            </a:avLst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315717" y="3825217"/>
            <a:ext cx="1174186" cy="24372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 : en angle 16">
            <a:extLst>
              <a:ext uri="{FF2B5EF4-FFF2-40B4-BE49-F238E27FC236}">
                <a16:creationId xmlns:a16="http://schemas.microsoft.com/office/drawing/2014/main" id="{E363E85D-958E-F6A6-C279-98695543B49C}"/>
              </a:ext>
            </a:extLst>
          </p:cNvPr>
          <p:cNvCxnSpPr>
            <a:cxnSpLocks/>
            <a:stCxn id="43" idx="2"/>
            <a:endCxn id="32" idx="2"/>
          </p:cNvCxnSpPr>
          <p:nvPr/>
        </p:nvCxnSpPr>
        <p:spPr>
          <a:xfrm rot="5400000" flipH="1">
            <a:off x="5107006" y="2305361"/>
            <a:ext cx="557436" cy="4208358"/>
          </a:xfrm>
          <a:prstGeom prst="bentConnector3">
            <a:avLst>
              <a:gd name="adj1" fmla="val -20049"/>
            </a:avLst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4B1DEF0E-3C11-180E-A253-FB6D258584E1}"/>
              </a:ext>
            </a:extLst>
          </p:cNvPr>
          <p:cNvGrpSpPr/>
          <p:nvPr/>
        </p:nvGrpSpPr>
        <p:grpSpPr>
          <a:xfrm>
            <a:off x="2159594" y="1458686"/>
            <a:ext cx="2219311" cy="3272971"/>
            <a:chOff x="2159594" y="1458686"/>
            <a:chExt cx="2219311" cy="3272971"/>
          </a:xfrm>
        </p:grpSpPr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AEAEB6F6-E6B3-2BA6-860A-9983C6A790DD}"/>
                </a:ext>
              </a:extLst>
            </p:cNvPr>
            <p:cNvSpPr/>
            <p:nvPr/>
          </p:nvSpPr>
          <p:spPr>
            <a:xfrm>
              <a:off x="2461359" y="3203187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FF008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711808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428104" y="3028817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9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90550" y="2795080"/>
              <a:ext cx="347790" cy="416048"/>
            </a:xfrm>
            <a:prstGeom prst="rect">
              <a:avLst/>
            </a:prstGeom>
          </p:spPr>
        </p:pic>
        <p:pic>
          <p:nvPicPr>
            <p:cNvPr id="116" name="Picture 4">
              <a:extLst>
                <a:ext uri="{FF2B5EF4-FFF2-40B4-BE49-F238E27FC236}">
                  <a16:creationId xmlns:a16="http://schemas.microsoft.com/office/drawing/2014/main" id="{B7DCCBAF-8A38-3C4F-0798-30A393D5D2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93" t="7524" r="12698" b="43966"/>
            <a:stretch>
              <a:fillRect/>
            </a:stretch>
          </p:blipFill>
          <p:spPr bwMode="auto">
            <a:xfrm>
              <a:off x="2717304" y="2067458"/>
              <a:ext cx="602696" cy="615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6">
              <a:extLst>
                <a:ext uri="{FF2B5EF4-FFF2-40B4-BE49-F238E27FC236}">
                  <a16:creationId xmlns:a16="http://schemas.microsoft.com/office/drawing/2014/main" id="{B3747ED9-0378-A202-7151-54782D96CF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15" t="12234" r="33730" b="47839"/>
            <a:stretch>
              <a:fillRect/>
            </a:stretch>
          </p:blipFill>
          <p:spPr bwMode="auto">
            <a:xfrm>
              <a:off x="2939586" y="3240731"/>
              <a:ext cx="664926" cy="6384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D8A48580-543E-68C9-355D-6C2F58EACB96}"/>
                </a:ext>
              </a:extLst>
            </p:cNvPr>
            <p:cNvCxnSpPr>
              <a:cxnSpLocks/>
              <a:stCxn id="127" idx="3"/>
              <a:endCxn id="116" idx="1"/>
            </p:cNvCxnSpPr>
            <p:nvPr/>
          </p:nvCxnSpPr>
          <p:spPr>
            <a:xfrm flipV="1">
              <a:off x="2159594" y="2375252"/>
              <a:ext cx="557710" cy="228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7965C0EE-9642-2EA9-734C-AF9138078030}"/>
                </a:ext>
              </a:extLst>
            </p:cNvPr>
            <p:cNvCxnSpPr>
              <a:cxnSpLocks/>
              <a:stCxn id="1033" idx="3"/>
              <a:endCxn id="117" idx="1"/>
            </p:cNvCxnSpPr>
            <p:nvPr/>
          </p:nvCxnSpPr>
          <p:spPr>
            <a:xfrm>
              <a:off x="2176862" y="3554011"/>
              <a:ext cx="762724" cy="5928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" name="Picture 2">
              <a:extLst>
                <a:ext uri="{FF2B5EF4-FFF2-40B4-BE49-F238E27FC236}">
                  <a16:creationId xmlns:a16="http://schemas.microsoft.com/office/drawing/2014/main" id="{9F92FB23-9D37-AEB9-493C-1E3DAE1913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739660" y="2205082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9AD6B91C-AEA0-8BCF-42B4-76BEC72FDE00}"/>
                </a:ext>
              </a:extLst>
            </p:cNvPr>
            <p:cNvCxnSpPr>
              <a:cxnSpLocks/>
              <a:endCxn id="20" idx="1"/>
            </p:cNvCxnSpPr>
            <p:nvPr/>
          </p:nvCxnSpPr>
          <p:spPr>
            <a:xfrm flipV="1">
              <a:off x="3335298" y="2377579"/>
              <a:ext cx="404362" cy="13"/>
            </a:xfrm>
            <a:prstGeom prst="straightConnector1">
              <a:avLst/>
            </a:prstGeom>
            <a:ln w="127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6F47604A-F072-9B2B-A28D-D050592AE8FB}"/>
                </a:ext>
              </a:extLst>
            </p:cNvPr>
            <p:cNvSpPr txBox="1"/>
            <p:nvPr/>
          </p:nvSpPr>
          <p:spPr>
            <a:xfrm>
              <a:off x="2394220" y="2666628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historiques :</a:t>
              </a:r>
            </a:p>
            <a:p>
              <a:pPr algn="ctr"/>
              <a:r>
                <a:rPr lang="fr-FR" sz="700" b="1" dirty="0"/>
                <a:t>RTE, Solar, </a:t>
              </a:r>
              <a:r>
                <a:rPr lang="fr-FR" sz="700" b="1" dirty="0" err="1"/>
                <a:t>Openweather</a:t>
              </a:r>
              <a:r>
                <a:rPr lang="fr-FR" sz="700" b="1" dirty="0"/>
                <a:t> 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46A74A5-8390-A9B2-0686-BA8885C4CDA4}"/>
                </a:ext>
              </a:extLst>
            </p:cNvPr>
            <p:cNvSpPr txBox="1"/>
            <p:nvPr/>
          </p:nvSpPr>
          <p:spPr>
            <a:xfrm>
              <a:off x="2586439" y="3823045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prédictives : </a:t>
              </a:r>
            </a:p>
            <a:p>
              <a:pPr algn="ctr"/>
              <a:r>
                <a:rPr lang="fr-FR" sz="700" b="1" dirty="0"/>
                <a:t>Solar, </a:t>
              </a:r>
              <a:r>
                <a:rPr lang="fr-FR" sz="700" b="1" dirty="0" err="1"/>
                <a:t>Openweather</a:t>
              </a:r>
              <a:endParaRPr lang="fr-FR" sz="700" b="1" dirty="0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75C2D434-8ADD-A5DA-1AED-8BF4C18B9EB3}"/>
              </a:ext>
            </a:extLst>
          </p:cNvPr>
          <p:cNvGrpSpPr/>
          <p:nvPr/>
        </p:nvGrpSpPr>
        <p:grpSpPr>
          <a:xfrm>
            <a:off x="3017736" y="4221213"/>
            <a:ext cx="527618" cy="307777"/>
            <a:chOff x="3017736" y="4221213"/>
            <a:chExt cx="527618" cy="307777"/>
          </a:xfrm>
        </p:grpSpPr>
        <p:sp>
          <p:nvSpPr>
            <p:cNvPr id="76" name="Rectangle : coins arrondis 75">
              <a:extLst>
                <a:ext uri="{FF2B5EF4-FFF2-40B4-BE49-F238E27FC236}">
                  <a16:creationId xmlns:a16="http://schemas.microsoft.com/office/drawing/2014/main" id="{0137AD1F-A369-4FCE-AD69-964680B420B5}"/>
                </a:ext>
              </a:extLst>
            </p:cNvPr>
            <p:cNvSpPr/>
            <p:nvPr/>
          </p:nvSpPr>
          <p:spPr>
            <a:xfrm>
              <a:off x="3059124" y="4248976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Picture 2">
              <a:extLst>
                <a:ext uri="{FF2B5EF4-FFF2-40B4-BE49-F238E27FC236}">
                  <a16:creationId xmlns:a16="http://schemas.microsoft.com/office/drawing/2014/main" id="{C5C7BA9B-2B99-4B7A-7436-5F82DE29B9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7736" y="4221213"/>
              <a:ext cx="527618" cy="307777"/>
            </a:xfrm>
            <a:prstGeom prst="rect">
              <a:avLst/>
            </a:prstGeom>
            <a:noFill/>
          </p:spPr>
        </p:pic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E88C532-5DC4-9A8E-0BD9-8DCB5D7A9625}"/>
              </a:ext>
            </a:extLst>
          </p:cNvPr>
          <p:cNvGrpSpPr/>
          <p:nvPr/>
        </p:nvGrpSpPr>
        <p:grpSpPr>
          <a:xfrm>
            <a:off x="3663791" y="1799583"/>
            <a:ext cx="527618" cy="307777"/>
            <a:chOff x="3379555" y="2002169"/>
            <a:chExt cx="527618" cy="307777"/>
          </a:xfrm>
        </p:grpSpPr>
        <p:sp>
          <p:nvSpPr>
            <p:cNvPr id="79" name="Rectangle : coins arrondis 78">
              <a:extLst>
                <a:ext uri="{FF2B5EF4-FFF2-40B4-BE49-F238E27FC236}">
                  <a16:creationId xmlns:a16="http://schemas.microsoft.com/office/drawing/2014/main" id="{61FAC2B4-497C-99AF-7507-9699F89C2CB8}"/>
                </a:ext>
              </a:extLst>
            </p:cNvPr>
            <p:cNvSpPr/>
            <p:nvPr/>
          </p:nvSpPr>
          <p:spPr>
            <a:xfrm>
              <a:off x="3415221" y="2029932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Picture 2">
              <a:extLst>
                <a:ext uri="{FF2B5EF4-FFF2-40B4-BE49-F238E27FC236}">
                  <a16:creationId xmlns:a16="http://schemas.microsoft.com/office/drawing/2014/main" id="{FEC09453-8329-B943-E8CD-D18A9746E3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79555" y="2002169"/>
              <a:ext cx="527618" cy="307777"/>
            </a:xfrm>
            <a:prstGeom prst="rect">
              <a:avLst/>
            </a:prstGeom>
            <a:noFill/>
          </p:spPr>
        </p:pic>
      </p:grp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9FB5173D-B04A-5921-8DF1-AA3A6807A99D}"/>
              </a:ext>
            </a:extLst>
          </p:cNvPr>
          <p:cNvCxnSpPr>
            <a:cxnSpLocks/>
            <a:stCxn id="2068" idx="2"/>
            <a:endCxn id="2097" idx="3"/>
          </p:cNvCxnSpPr>
          <p:nvPr/>
        </p:nvCxnSpPr>
        <p:spPr>
          <a:xfrm rot="5400000">
            <a:off x="8279459" y="3024137"/>
            <a:ext cx="443149" cy="459586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092911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883192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882202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098205"/>
            <a:ext cx="3793922" cy="1681615"/>
          </a:xfrm>
          <a:prstGeom prst="rect">
            <a:avLst/>
          </a:prstGeom>
        </p:spPr>
      </p:pic>
      <p:sp>
        <p:nvSpPr>
          <p:cNvPr id="3" name="Google Shape;178;p8">
            <a:extLst>
              <a:ext uri="{FF2B5EF4-FFF2-40B4-BE49-F238E27FC236}">
                <a16:creationId xmlns:a16="http://schemas.microsoft.com/office/drawing/2014/main" id="{35D30AE4-40E2-1500-ADDE-34C7E592AC53}"/>
              </a:ext>
            </a:extLst>
          </p:cNvPr>
          <p:cNvSpPr txBox="1">
            <a:spLocks/>
          </p:cNvSpPr>
          <p:nvPr/>
        </p:nvSpPr>
        <p:spPr>
          <a:xfrm>
            <a:off x="311699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  <p:sp>
        <p:nvSpPr>
          <p:cNvPr id="4" name="Google Shape;178;p8">
            <a:extLst>
              <a:ext uri="{FF2B5EF4-FFF2-40B4-BE49-F238E27FC236}">
                <a16:creationId xmlns:a16="http://schemas.microsoft.com/office/drawing/2014/main" id="{1276B7C1-B3AC-EE95-FC17-C4066D8DD80E}"/>
              </a:ext>
            </a:extLst>
          </p:cNvPr>
          <p:cNvSpPr txBox="1">
            <a:spLocks/>
          </p:cNvSpPr>
          <p:nvPr/>
        </p:nvSpPr>
        <p:spPr>
          <a:xfrm>
            <a:off x="4891125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  <p:bldP spid="3" grpId="0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9" name="Google Shape;69;p3">
            <a:extLst>
              <a:ext uri="{FF2B5EF4-FFF2-40B4-BE49-F238E27FC236}">
                <a16:creationId xmlns:a16="http://schemas.microsoft.com/office/drawing/2014/main" id="{F0B9A769-DDF6-9710-D866-D2F50F863B22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DFD47DBC-035B-0B7D-9BB3-A4937ED2C9EB}"/>
              </a:ext>
            </a:extLst>
          </p:cNvPr>
          <p:cNvSpPr txBox="1">
            <a:spLocks/>
          </p:cNvSpPr>
          <p:nvPr/>
        </p:nvSpPr>
        <p:spPr>
          <a:xfrm>
            <a:off x="175098" y="4105450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200"/>
              </a:spcBef>
              <a:buSzPct val="100000"/>
            </a:pPr>
            <a:r>
              <a:rPr lang="fr-FR" sz="900" b="1" dirty="0"/>
              <a:t>L’humidité</a:t>
            </a:r>
            <a:r>
              <a:rPr lang="fr-FR" sz="900" dirty="0"/>
              <a:t> est de loin la variable la plus déterminante, très au-dessus des autres : </a:t>
            </a:r>
            <a:r>
              <a:rPr lang="fr-FR" sz="900" b="1" dirty="0"/>
              <a:t>plus l’air est chargé </a:t>
            </a:r>
            <a:r>
              <a:rPr lang="fr-FR" sz="900" dirty="0"/>
              <a:t>en vapeur d’eau / nuages, </a:t>
            </a:r>
            <a:r>
              <a:rPr lang="fr-FR" sz="900" b="1" dirty="0"/>
              <a:t>moins le rayonnement solaire </a:t>
            </a:r>
            <a:r>
              <a:rPr lang="fr-FR" sz="900" dirty="0"/>
              <a:t>atteint les panneaux. La valeur </a:t>
            </a:r>
            <a:r>
              <a:rPr lang="fr-FR" sz="900" b="1" dirty="0"/>
              <a:t>10.7 cm </a:t>
            </a:r>
            <a:r>
              <a:rPr lang="fr-FR" sz="900" dirty="0"/>
              <a:t>(cf. 10cm dans le </a:t>
            </a:r>
            <a:r>
              <a:rPr lang="fr-FR" sz="900" dirty="0" err="1"/>
              <a:t>Dataset</a:t>
            </a:r>
            <a:r>
              <a:rPr lang="fr-FR" sz="900" dirty="0"/>
              <a:t>) est </a:t>
            </a:r>
            <a:r>
              <a:rPr lang="fr-FR" sz="900" b="1" dirty="0"/>
              <a:t>un indice standard d’activité solaire</a:t>
            </a:r>
          </a:p>
          <a:p>
            <a:pPr>
              <a:spcBef>
                <a:spcPts val="200"/>
              </a:spcBef>
              <a:buSzPct val="100000"/>
            </a:pPr>
            <a:r>
              <a:rPr lang="fr-FR" sz="900" dirty="0"/>
              <a:t>Entre 30% et 60% d'humidité, le taux de charge solaire est </a:t>
            </a:r>
            <a:r>
              <a:rPr lang="fr-FR" sz="900" b="1" dirty="0"/>
              <a:t>globalement plus élevé</a:t>
            </a:r>
            <a:r>
              <a:rPr lang="fr-FR" sz="900" dirty="0"/>
              <a:t>. Au-delà de 70 / 80%, la performance du solaire s’effondre progressivement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EC86C4D-A9B4-4A74-ED37-29E01179A4EB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pic>
        <p:nvPicPr>
          <p:cNvPr id="13" name="Image 12" descr="Une image contenant texte, capture d’écran, affichage, nombre&#10;&#10;Le contenu généré par l’IA peut être incorrect.">
            <a:extLst>
              <a:ext uri="{FF2B5EF4-FFF2-40B4-BE49-F238E27FC236}">
                <a16:creationId xmlns:a16="http://schemas.microsoft.com/office/drawing/2014/main" id="{7D6B0B43-8628-A21E-C82B-D058DBA54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566" y="1149395"/>
            <a:ext cx="4174031" cy="2868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Image 6" descr="Une image contenant texte, diagramme, Tracé, capture d’écran">
            <a:extLst>
              <a:ext uri="{FF2B5EF4-FFF2-40B4-BE49-F238E27FC236}">
                <a16:creationId xmlns:a16="http://schemas.microsoft.com/office/drawing/2014/main" id="{D843FCAE-84D8-B3E1-4B7A-0383F76C87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2672" y="1155049"/>
            <a:ext cx="3595361" cy="286268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69;p3">
            <a:extLst>
              <a:ext uri="{FF2B5EF4-FFF2-40B4-BE49-F238E27FC236}">
                <a16:creationId xmlns:a16="http://schemas.microsoft.com/office/drawing/2014/main" id="{013ABAC4-C3BB-EC02-35DA-A3D2775495BD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3;p3">
            <a:extLst>
              <a:ext uri="{FF2B5EF4-FFF2-40B4-BE49-F238E27FC236}">
                <a16:creationId xmlns:a16="http://schemas.microsoft.com/office/drawing/2014/main" id="{351780FB-D45B-8CC9-9474-2419578455B1}"/>
              </a:ext>
            </a:extLst>
          </p:cNvPr>
          <p:cNvSpPr txBox="1">
            <a:spLocks/>
          </p:cNvSpPr>
          <p:nvPr/>
        </p:nvSpPr>
        <p:spPr>
          <a:xfrm>
            <a:off x="175098" y="4146491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dirty="0"/>
              <a:t>Les prédictions ont une </a:t>
            </a:r>
            <a:r>
              <a:rPr lang="fr-FR" sz="900" b="1" dirty="0"/>
              <a:t>précision moyenne d’environ ± 5 points </a:t>
            </a:r>
            <a:r>
              <a:rPr lang="fr-FR" sz="900" dirty="0"/>
              <a:t>de pourcentage</a:t>
            </a:r>
          </a:p>
          <a:p>
            <a:pPr>
              <a:buSzPct val="100000"/>
            </a:pPr>
            <a:r>
              <a:rPr lang="fr-FR" sz="900" dirty="0"/>
              <a:t>Majorité des points alignés globalement le long de la diagonale : </a:t>
            </a:r>
            <a:r>
              <a:rPr lang="fr-FR" sz="900" b="1" dirty="0"/>
              <a:t>Le modèle capture bien la tendance globale du taux de charge solaire</a:t>
            </a:r>
            <a:endParaRPr lang="fr-FR" sz="900" dirty="0"/>
          </a:p>
          <a:p>
            <a:pPr>
              <a:buSzPct val="100000"/>
            </a:pPr>
            <a:r>
              <a:rPr lang="fr-FR" sz="900" dirty="0"/>
              <a:t>Meilleure prédiction sur les données centrales que sur </a:t>
            </a:r>
            <a:r>
              <a:rPr lang="fr-FR" sz="900" b="1" dirty="0"/>
              <a:t>les valeurs basses et haute de la Target</a:t>
            </a:r>
          </a:p>
          <a:p>
            <a:pPr>
              <a:buSzPct val="100000"/>
            </a:pPr>
            <a:endParaRPr lang="fr-FR" sz="9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D10BBB2-7966-3E3A-0D09-F29E1C548804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403ED53-942F-ACDD-C77F-9C1FC1E6046D}"/>
              </a:ext>
            </a:extLst>
          </p:cNvPr>
          <p:cNvSpPr txBox="1"/>
          <p:nvPr/>
        </p:nvSpPr>
        <p:spPr>
          <a:xfrm>
            <a:off x="6375400" y="776148"/>
            <a:ext cx="2399665" cy="340519"/>
          </a:xfrm>
          <a:prstGeom prst="round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MAE du modèle : 5,125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D0A73CE-C166-6A68-6591-7CD7FEC862D5}"/>
              </a:ext>
            </a:extLst>
          </p:cNvPr>
          <p:cNvSpPr/>
          <p:nvPr/>
        </p:nvSpPr>
        <p:spPr>
          <a:xfrm>
            <a:off x="6262378" y="564226"/>
            <a:ext cx="292605" cy="29260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pic>
        <p:nvPicPr>
          <p:cNvPr id="2" name="Image 1" descr="Une image contenant capture d’écran, diagramme, Tracé, conception">
            <a:extLst>
              <a:ext uri="{FF2B5EF4-FFF2-40B4-BE49-F238E27FC236}">
                <a16:creationId xmlns:a16="http://schemas.microsoft.com/office/drawing/2014/main" id="{BFC65734-9253-849D-5A6F-F7D5EA9D071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437" b="3975"/>
          <a:stretch>
            <a:fillRect/>
          </a:stretch>
        </p:blipFill>
        <p:spPr>
          <a:xfrm>
            <a:off x="5131783" y="1335349"/>
            <a:ext cx="3709114" cy="252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F42D4AB1-28C7-BB89-AEEE-DABEB2514D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0" y="1335349"/>
            <a:ext cx="4199999" cy="252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7EBADD90-D1EF-EC8E-8DC6-B4363C671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ACEFFA36-2FB1-F4A7-2469-A60493547C8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D7944F08-C46B-F27E-7158-6931FF1418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81E51BF4-6992-3263-71CA-20887B074B01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F7C57B6-DF48-591E-513F-592521C1704F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09C407C9-5F17-8D57-D377-23DFE0693D48}"/>
              </a:ext>
            </a:extLst>
          </p:cNvPr>
          <p:cNvSpPr/>
          <p:nvPr/>
        </p:nvSpPr>
        <p:spPr>
          <a:xfrm>
            <a:off x="7500992" y="765913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90EF6EF-0FB3-7E2A-D542-2278633E1A3F}"/>
              </a:ext>
            </a:extLst>
          </p:cNvPr>
          <p:cNvSpPr txBox="1"/>
          <p:nvPr/>
        </p:nvSpPr>
        <p:spPr>
          <a:xfrm>
            <a:off x="7472169" y="809322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4"/>
              </a:rPr>
              <a:t>Lien Dashboard</a:t>
            </a:r>
            <a:endParaRPr lang="fr-FR" sz="80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8A52E4F2-1D7C-51B1-DE52-6FB8760CC349}"/>
              </a:ext>
            </a:extLst>
          </p:cNvPr>
          <p:cNvCxnSpPr>
            <a:cxnSpLocks/>
          </p:cNvCxnSpPr>
          <p:nvPr/>
        </p:nvCxnSpPr>
        <p:spPr>
          <a:xfrm>
            <a:off x="6902308" y="936409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 3">
            <a:extLst>
              <a:ext uri="{FF2B5EF4-FFF2-40B4-BE49-F238E27FC236}">
                <a16:creationId xmlns:a16="http://schemas.microsoft.com/office/drawing/2014/main" id="{2BDCE2CF-B879-0D8F-F894-93FD712FBD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501" y="1244626"/>
            <a:ext cx="8112998" cy="348824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44436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</a:t>
            </a: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F4E17C80-100B-9769-D624-90E0C0132394}"/>
              </a:ext>
            </a:extLst>
          </p:cNvPr>
          <p:cNvGrpSpPr/>
          <p:nvPr/>
        </p:nvGrpSpPr>
        <p:grpSpPr>
          <a:xfrm>
            <a:off x="4647650" y="1061359"/>
            <a:ext cx="1522339" cy="576900"/>
            <a:chOff x="4647650" y="1061359"/>
            <a:chExt cx="1522339" cy="576900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F896893-885B-D70B-25B5-CAABE54E0893}"/>
                </a:ext>
              </a:extLst>
            </p:cNvPr>
            <p:cNvSpPr/>
            <p:nvPr/>
          </p:nvSpPr>
          <p:spPr>
            <a:xfrm>
              <a:off x="4647650" y="1061359"/>
              <a:ext cx="576900" cy="5769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B6EC7C46-975B-FBFB-4AEA-EBA9F7AF7291}"/>
                </a:ext>
              </a:extLst>
            </p:cNvPr>
            <p:cNvSpPr txBox="1"/>
            <p:nvPr/>
          </p:nvSpPr>
          <p:spPr>
            <a:xfrm>
              <a:off x="4647650" y="1134365"/>
              <a:ext cx="1522339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050" b="1" dirty="0" err="1">
                  <a:solidFill>
                    <a:srgbClr val="FF0000"/>
                  </a:solidFill>
                </a:rPr>
                <a:t>What’s</a:t>
              </a:r>
              <a:endParaRPr lang="fr-FR" sz="1050" b="1" dirty="0">
                <a:solidFill>
                  <a:srgbClr val="FF0000"/>
                </a:solidFill>
              </a:endParaRPr>
            </a:p>
            <a:p>
              <a:r>
                <a:rPr lang="fr-FR" sz="1050" b="1" dirty="0" err="1">
                  <a:solidFill>
                    <a:srgbClr val="FF0000"/>
                  </a:solidFill>
                </a:rPr>
                <a:t>next</a:t>
              </a:r>
              <a:r>
                <a:rPr lang="fr-FR" sz="1050" b="1" dirty="0">
                  <a:solidFill>
                    <a:srgbClr val="FF0000"/>
                  </a:solidFill>
                </a:rPr>
                <a:t> ?</a:t>
              </a:r>
            </a:p>
          </p:txBody>
        </p:sp>
      </p:grp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3756838" y="2568491"/>
            <a:ext cx="1120102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85EE54CA-1CA7-BBB2-C3CA-7AD11745D0CB}"/>
              </a:ext>
            </a:extLst>
          </p:cNvPr>
          <p:cNvSpPr/>
          <p:nvPr/>
        </p:nvSpPr>
        <p:spPr>
          <a:xfrm>
            <a:off x="1799442" y="3228155"/>
            <a:ext cx="1485799" cy="54522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A33F078-F242-EE97-2251-526C53A316B8}"/>
              </a:ext>
            </a:extLst>
          </p:cNvPr>
          <p:cNvSpPr txBox="1"/>
          <p:nvPr/>
        </p:nvSpPr>
        <p:spPr>
          <a:xfrm>
            <a:off x="1799442" y="3300713"/>
            <a:ext cx="1485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 action="ppaction://hlinksldjump"/>
              </a:rPr>
              <a:t>Ressources projet en annexes</a:t>
            </a:r>
            <a:endParaRPr lang="fr-FR" sz="800" dirty="0"/>
          </a:p>
        </p:txBody>
      </p:sp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E56D7E92-4368-94BE-9AB2-02EC3C191FD2}"/>
              </a:ext>
            </a:extLst>
          </p:cNvPr>
          <p:cNvCxnSpPr>
            <a:cxnSpLocks/>
          </p:cNvCxnSpPr>
          <p:nvPr/>
        </p:nvCxnSpPr>
        <p:spPr>
          <a:xfrm>
            <a:off x="1200757" y="3500768"/>
            <a:ext cx="56986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68976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lang="fr-FR" sz="900" dirty="0"/>
                        <a:t>fin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>
                          <a:solidFill>
                            <a:schemeClr val="bg1"/>
                          </a:solidFill>
                        </a:rPr>
                        <a:t>100</a:t>
                      </a:r>
                      <a:r>
                        <a:rPr sz="900" dirty="0">
                          <a:solidFill>
                            <a:schemeClr val="bg1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20/11/2025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En attente</a:t>
                      </a:r>
                      <a:endParaRPr sz="9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50%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695454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lang="fr-FR" sz="900" dirty="0"/>
                        <a:t>fin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21/11/2025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24/11/2025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24/11/2025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100%</a:t>
                      </a:r>
                      <a:endParaRPr sz="9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25/11/2025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1733</TotalTime>
  <Words>1650</Words>
  <Application>Microsoft Office PowerPoint</Application>
  <PresentationFormat>Affichage à l'écran (16:9)</PresentationFormat>
  <Paragraphs>386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18</vt:i4>
      </vt:variant>
    </vt:vector>
  </HeadingPairs>
  <TitlesOfParts>
    <vt:vector size="26" baseType="lpstr">
      <vt:lpstr>Inter Medium</vt:lpstr>
      <vt:lpstr>Inter SemiBold</vt:lpstr>
      <vt:lpstr>Inter</vt:lpstr>
      <vt:lpstr>Calibri</vt:lpstr>
      <vt:lpstr>Wingdings</vt:lpstr>
      <vt:lpstr>Arial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Résultats du modèle</vt:lpstr>
      <vt:lpstr>Valeur ajoutée et perspectives</vt:lpstr>
      <vt:lpstr>Des questions ?</vt:lpstr>
      <vt:lpstr>Annexes</vt:lpstr>
      <vt:lpstr>Méthodologie projet (tâches et cadencement)</vt:lpstr>
      <vt:lpstr>Méthodologie projet (tâches et cadencement)</vt:lpstr>
      <vt:lpstr>Ressourses projet</vt:lpstr>
      <vt:lpstr>Sources de données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2025-11-25T08:54:27Z</dcterms:modified>
</cp:coreProperties>
</file>