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9"/>
  </p:notesMasterIdLst>
  <p:sldIdLst>
    <p:sldId id="256" r:id="rId3"/>
    <p:sldId id="263" r:id="rId4"/>
    <p:sldId id="287" r:id="rId5"/>
    <p:sldId id="286" r:id="rId6"/>
    <p:sldId id="274" r:id="rId7"/>
    <p:sldId id="270" r:id="rId8"/>
    <p:sldId id="293" r:id="rId9"/>
    <p:sldId id="289" r:id="rId10"/>
    <p:sldId id="291" r:id="rId11"/>
    <p:sldId id="292" r:id="rId12"/>
    <p:sldId id="273" r:id="rId13"/>
    <p:sldId id="275" r:id="rId14"/>
    <p:sldId id="294" r:id="rId15"/>
    <p:sldId id="295" r:id="rId16"/>
    <p:sldId id="296" r:id="rId17"/>
    <p:sldId id="271" r:id="rId18"/>
  </p:sldIdLst>
  <p:sldSz cx="9144000" cy="5143500" type="screen16x9"/>
  <p:notesSz cx="6858000" cy="9144000"/>
  <p:embeddedFontLst>
    <p:embeddedFont>
      <p:font typeface="Inter" panose="020B0604020202020204" charset="0"/>
      <p:regular r:id="rId20"/>
      <p:bold r:id="rId21"/>
      <p:italic r:id="rId22"/>
      <p:boldItalic r:id="rId23"/>
    </p:embeddedFont>
    <p:embeddedFont>
      <p:font typeface="Inter Medium" panose="020B0604020202020204" charset="0"/>
      <p:regular r:id="rId24"/>
      <p:bold r:id="rId25"/>
      <p:italic r:id="rId26"/>
      <p:boldItalic r:id="rId27"/>
    </p:embeddedFont>
    <p:embeddedFont>
      <p:font typeface="Inter SemiBold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1411" dt="2025-11-20T20:39:03.6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254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0T20:45:26.230" v="5250" actId="20577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0T14:44:47.056" v="3910" actId="1076"/>
        <pc:sldMkLst>
          <pc:docMk/>
          <pc:sldMk cId="0" sldId="263"/>
        </pc:sldMkLst>
        <pc:spChg chg="add mod">
          <ac:chgData name="Jean-Yves Vuillequez" userId="e7fac481abea6bd0" providerId="LiveId" clId="{79E365E8-22BC-4EC2-9606-9A9AC6CD1D22}" dt="2025-11-20T14:44:47.056" v="3910" actId="1076"/>
          <ac:spMkLst>
            <pc:docMk/>
            <pc:sldMk cId="0" sldId="263"/>
            <ac:spMk id="2" creationId="{84C75A5D-5A8E-E656-FAD3-37CEBF0CBDC6}"/>
          </ac:spMkLst>
        </pc:spChg>
        <pc:spChg chg="mod">
          <ac:chgData name="Jean-Yves Vuillequez" userId="e7fac481abea6bd0" providerId="LiveId" clId="{79E365E8-22BC-4EC2-9606-9A9AC6CD1D22}" dt="2025-11-19T10:57:53.045" v="42" actId="20577"/>
          <ac:spMkLst>
            <pc:docMk/>
            <pc:sldMk cId="0" sldId="263"/>
            <ac:spMk id="61" creationId="{00000000-0000-0000-0000-000000000000}"/>
          </ac:spMkLst>
        </pc:spChg>
        <pc:picChg chg="del mod">
          <ac:chgData name="Jean-Yves Vuillequez" userId="e7fac481abea6bd0" providerId="LiveId" clId="{79E365E8-22BC-4EC2-9606-9A9AC6CD1D22}" dt="2025-11-19T10:57:28.093" v="13" actId="478"/>
          <ac:picMkLst>
            <pc:docMk/>
            <pc:sldMk cId="0" sldId="263"/>
            <ac:picMk id="5" creationId="{BF507C43-8C8F-F14C-A2E6-D966FC03A531}"/>
          </ac:picMkLst>
        </pc:picChg>
      </pc:sldChg>
      <pc:sldChg chg="del">
        <pc:chgData name="Jean-Yves Vuillequez" userId="e7fac481abea6bd0" providerId="LiveId" clId="{79E365E8-22BC-4EC2-9606-9A9AC6CD1D22}" dt="2025-11-19T10:57:21.256" v="9" actId="47"/>
        <pc:sldMkLst>
          <pc:docMk/>
          <pc:sldMk cId="0" sldId="264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0" sldId="265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1868318443" sldId="266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644984178" sldId="267"/>
        </pc:sldMkLst>
      </pc:sldChg>
      <pc:sldChg chg="addSp delSp modSp mod modAnim">
        <pc:chgData name="Jean-Yves Vuillequez" userId="e7fac481abea6bd0" providerId="LiveId" clId="{79E365E8-22BC-4EC2-9606-9A9AC6CD1D22}" dt="2025-11-20T20:36:02.952" v="5213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del mod">
          <ac:chgData name="Jean-Yves Vuillequez" userId="e7fac481abea6bd0" providerId="LiveId" clId="{79E365E8-22BC-4EC2-9606-9A9AC6CD1D22}" dt="2025-11-20T10:05:28.670" v="648" actId="478"/>
          <ac:spMkLst>
            <pc:docMk/>
            <pc:sldMk cId="0" sldId="270"/>
            <ac:spMk id="4" creationId="{CFF3CFE9-35DD-FA20-F905-181316C559B6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del">
          <ac:chgData name="Jean-Yves Vuillequez" userId="e7fac481abea6bd0" providerId="LiveId" clId="{79E365E8-22BC-4EC2-9606-9A9AC6CD1D22}" dt="2025-11-19T15:27:31.625" v="178" actId="22"/>
          <ac:spMkLst>
            <pc:docMk/>
            <pc:sldMk cId="0" sldId="270"/>
            <ac:spMk id="5" creationId="{CFDEE9DF-9D18-D97C-5C14-CA1236A83E99}"/>
          </ac:spMkLst>
        </pc:spChg>
        <pc:spChg chg="add mod">
          <ac:chgData name="Jean-Yves Vuillequez" userId="e7fac481abea6bd0" providerId="LiveId" clId="{79E365E8-22BC-4EC2-9606-9A9AC6CD1D22}" dt="2025-11-20T10:05:42.543" v="665"/>
          <ac:spMkLst>
            <pc:docMk/>
            <pc:sldMk cId="0" sldId="270"/>
            <ac:spMk id="6" creationId="{49D47BAE-88E1-8FD3-90BE-51B6479B85BE}"/>
          </ac:spMkLst>
        </pc:spChg>
        <pc:spChg chg="add del mod">
          <ac:chgData name="Jean-Yves Vuillequez" userId="e7fac481abea6bd0" providerId="LiveId" clId="{79E365E8-22BC-4EC2-9606-9A9AC6CD1D22}" dt="2025-11-20T10:30:47.251" v="1672" actId="478"/>
          <ac:spMkLst>
            <pc:docMk/>
            <pc:sldMk cId="0" sldId="270"/>
            <ac:spMk id="7" creationId="{8FDC42F2-B714-150C-0107-EB7EC4E29659}"/>
          </ac:spMkLst>
        </pc:spChg>
        <pc:spChg chg="add mod">
          <ac:chgData name="Jean-Yves Vuillequez" userId="e7fac481abea6bd0" providerId="LiveId" clId="{79E365E8-22BC-4EC2-9606-9A9AC6CD1D22}" dt="2025-11-20T10:30:30.786" v="1666"/>
          <ac:spMkLst>
            <pc:docMk/>
            <pc:sldMk cId="0" sldId="270"/>
            <ac:spMk id="8" creationId="{7155EBE3-11A1-6D05-3702-A8B72D0858A0}"/>
          </ac:spMkLst>
        </pc:spChg>
        <pc:spChg chg="add del mod">
          <ac:chgData name="Jean-Yves Vuillequez" userId="e7fac481abea6bd0" providerId="LiveId" clId="{79E365E8-22BC-4EC2-9606-9A9AC6CD1D22}" dt="2025-11-20T12:47:06.310" v="2795" actId="478"/>
          <ac:spMkLst>
            <pc:docMk/>
            <pc:sldMk cId="0" sldId="270"/>
            <ac:spMk id="9" creationId="{1BEA6E70-4C5E-A40C-DF58-A907FBCCF538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del mod">
          <ac:chgData name="Jean-Yves Vuillequez" userId="e7fac481abea6bd0" providerId="LiveId" clId="{79E365E8-22BC-4EC2-9606-9A9AC6CD1D22}" dt="2025-11-20T12:57:06.749" v="2855" actId="478"/>
          <ac:spMkLst>
            <pc:docMk/>
            <pc:sldMk cId="0" sldId="270"/>
            <ac:spMk id="17" creationId="{74753835-66E1-D659-EDAB-7365C22BA1B3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del mod">
          <ac:chgData name="Jean-Yves Vuillequez" userId="e7fac481abea6bd0" providerId="LiveId" clId="{79E365E8-22BC-4EC2-9606-9A9AC6CD1D22}" dt="2025-11-20T13:11:05.923" v="3052" actId="478"/>
          <ac:spMkLst>
            <pc:docMk/>
            <pc:sldMk cId="0" sldId="270"/>
            <ac:spMk id="28" creationId="{982B57C7-4FA5-C653-6718-8FD1165D4F96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spChg chg="del mod">
          <ac:chgData name="Jean-Yves Vuillequez" userId="e7fac481abea6bd0" providerId="LiveId" clId="{79E365E8-22BC-4EC2-9606-9A9AC6CD1D22}" dt="2025-11-20T10:05:20.515" v="647" actId="478"/>
          <ac:spMkLst>
            <pc:docMk/>
            <pc:sldMk cId="0" sldId="270"/>
            <ac:spMk id="181" creationId="{00000000-0000-0000-0000-000000000000}"/>
          </ac:spMkLst>
        </pc:spChg>
        <pc:spChg chg="del">
          <ac:chgData name="Jean-Yves Vuillequez" userId="e7fac481abea6bd0" providerId="LiveId" clId="{79E365E8-22BC-4EC2-9606-9A9AC6CD1D22}" dt="2025-11-19T11:00:46.457" v="81" actId="478"/>
          <ac:spMkLst>
            <pc:docMk/>
            <pc:sldMk cId="0" sldId="270"/>
            <ac:spMk id="182" creationId="{00000000-0000-0000-0000-000000000000}"/>
          </ac:spMkLst>
        </pc:spChg>
        <pc:picChg chg="add del">
          <ac:chgData name="Jean-Yves Vuillequez" userId="e7fac481abea6bd0" providerId="LiveId" clId="{79E365E8-22BC-4EC2-9606-9A9AC6CD1D22}" dt="2025-11-19T11:04:20.428" v="92" actId="22"/>
          <ac:picMkLst>
            <pc:docMk/>
            <pc:sldMk cId="0" sldId="270"/>
            <ac:picMk id="3" creationId="{385EAD59-F5EF-433F-E72D-66416F21249B}"/>
          </ac:picMkLst>
        </pc:picChg>
        <pc:picChg chg="add del mod">
          <ac:chgData name="Jean-Yves Vuillequez" userId="e7fac481abea6bd0" providerId="LiveId" clId="{79E365E8-22BC-4EC2-9606-9A9AC6CD1D22}" dt="2025-11-20T12:53:29.722" v="2837" actId="478"/>
          <ac:picMkLst>
            <pc:docMk/>
            <pc:sldMk cId="0" sldId="270"/>
            <ac:picMk id="10" creationId="{858477D3-C5B2-4CE9-8F1C-EDB6BD1C4472}"/>
          </ac:picMkLst>
        </pc:picChg>
        <pc:picChg chg="add del mod">
          <ac:chgData name="Jean-Yves Vuillequez" userId="e7fac481abea6bd0" providerId="LiveId" clId="{79E365E8-22BC-4EC2-9606-9A9AC6CD1D22}" dt="2025-11-20T13:02:18.998" v="2875" actId="478"/>
          <ac:picMkLst>
            <pc:docMk/>
            <pc:sldMk cId="0" sldId="270"/>
            <ac:picMk id="21" creationId="{7D798BBA-0FCC-2129-BF6C-06BCB804C5A6}"/>
          </ac:picMkLst>
        </pc:pic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del">
        <pc:chgData name="Jean-Yves Vuillequez" userId="e7fac481abea6bd0" providerId="LiveId" clId="{79E365E8-22BC-4EC2-9606-9A9AC6CD1D22}" dt="2025-11-19T14:02:01.719" v="119" actId="47"/>
        <pc:sldMkLst>
          <pc:docMk/>
          <pc:sldMk cId="2182015625" sldId="272"/>
        </pc:sldMkLst>
      </pc:sldChg>
      <pc:sldChg chg="add del">
        <pc:chgData name="Jean-Yves Vuillequez" userId="e7fac481abea6bd0" providerId="LiveId" clId="{79E365E8-22BC-4EC2-9606-9A9AC6CD1D22}" dt="2025-11-19T14:02:17.709" v="121" actId="47"/>
        <pc:sldMkLst>
          <pc:docMk/>
          <pc:sldMk cId="1023234914" sldId="273"/>
        </pc:sldMkLst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delSp modSp del mod delAnim">
        <pc:chgData name="Jean-Yves Vuillequez" userId="e7fac481abea6bd0" providerId="LiveId" clId="{79E365E8-22BC-4EC2-9606-9A9AC6CD1D22}" dt="2025-11-19T11:00:27.703" v="73" actId="2696"/>
        <pc:sldMkLst>
          <pc:docMk/>
          <pc:sldMk cId="76015710" sldId="274"/>
        </pc:sldMkLst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" creationId="{88A106DF-7A83-DB85-D675-3B89338AAC0D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9" creationId="{0EA1EBA7-5A55-2DB4-2AAA-7181ADF95728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10" creationId="{A409361B-330D-D2A5-D967-903166D5DAE4}"/>
          </ac:spMkLst>
        </pc:spChg>
        <pc:spChg chg="del">
          <ac:chgData name="Jean-Yves Vuillequez" userId="e7fac481abea6bd0" providerId="LiveId" clId="{79E365E8-22BC-4EC2-9606-9A9AC6CD1D22}" dt="2025-11-19T10:58:36.593" v="49" actId="478"/>
          <ac:spMkLst>
            <pc:docMk/>
            <pc:sldMk cId="76015710" sldId="274"/>
            <ac:spMk id="11" creationId="{F0A9E65F-DDDA-6923-AE09-42C784AB054A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15" creationId="{60EA83CE-862E-0716-7D4B-D10594298AFC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17" creationId="{8304CF66-5C77-FB70-A0AB-14108326AAF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0" creationId="{4E85C3F7-9A4B-4403-40BA-E16E7B8AA37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1" creationId="{D4DF20D5-B823-CD4C-6253-AA52E542825B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38" creationId="{BB03DB3F-AABC-78B6-177C-8257943D252C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46" creationId="{322DB39E-A9B2-B285-9879-968293AD4F66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1" creationId="{0CF2B953-3A17-D1D1-0C1F-3CC46B1E9440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54" creationId="{B4290750-3B48-DB32-F34D-A5ED50FB2781}"/>
          </ac:spMkLst>
        </pc:spChg>
        <pc:spChg chg="del">
          <ac:chgData name="Jean-Yves Vuillequez" userId="e7fac481abea6bd0" providerId="LiveId" clId="{79E365E8-22BC-4EC2-9606-9A9AC6CD1D22}" dt="2025-11-19T10:58:33.360" v="48" actId="478"/>
          <ac:spMkLst>
            <pc:docMk/>
            <pc:sldMk cId="76015710" sldId="274"/>
            <ac:spMk id="55" creationId="{0E6AC91E-885F-D28E-5599-E7B82E562698}"/>
          </ac:spMkLst>
        </pc:spChg>
        <pc:spChg chg="del">
          <ac:chgData name="Jean-Yves Vuillequez" userId="e7fac481abea6bd0" providerId="LiveId" clId="{79E365E8-22BC-4EC2-9606-9A9AC6CD1D22}" dt="2025-11-19T10:58:31.404" v="47" actId="478"/>
          <ac:spMkLst>
            <pc:docMk/>
            <pc:sldMk cId="76015710" sldId="274"/>
            <ac:spMk id="64" creationId="{AB510ECB-2555-D6DB-1542-96D0D3B9EEC4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0T20:34:08.981" v="5207" actId="478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" creationId="{F584810C-5501-210A-FC09-7E76BEE6CF2D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4" creationId="{CBCFB9A3-164B-59E0-23FF-58CBDB2217D5}"/>
          </ac:spMkLst>
        </pc:spChg>
        <pc:spChg chg="add del">
          <ac:chgData name="Jean-Yves Vuillequez" userId="e7fac481abea6bd0" providerId="LiveId" clId="{79E365E8-22BC-4EC2-9606-9A9AC6CD1D22}" dt="2025-11-19T15:21:25.434" v="149" actId="22"/>
          <ac:spMkLst>
            <pc:docMk/>
            <pc:sldMk cId="1821755839" sldId="274"/>
            <ac:spMk id="5" creationId="{42ECEDB8-E4FE-DAD1-959E-CE1C852FF3B7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5" creationId="{B0151B2E-5DD5-EFB0-A133-31629F32A90E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6" creationId="{26E0203E-DA04-332A-75B9-CA2255A69CD4}"/>
          </ac:spMkLst>
        </pc:spChg>
        <pc:spChg chg="add del mod">
          <ac:chgData name="Jean-Yves Vuillequez" userId="e7fac481abea6bd0" providerId="LiveId" clId="{79E365E8-22BC-4EC2-9606-9A9AC6CD1D22}" dt="2025-11-20T08:38:09.094" v="365" actId="478"/>
          <ac:spMkLst>
            <pc:docMk/>
            <pc:sldMk cId="1821755839" sldId="274"/>
            <ac:spMk id="7" creationId="{67A62F17-EB69-4DE3-2CF4-7B669263DC3D}"/>
          </ac:spMkLst>
        </pc:spChg>
        <pc:spChg chg="add del">
          <ac:chgData name="Jean-Yves Vuillequez" userId="e7fac481abea6bd0" providerId="LiveId" clId="{79E365E8-22BC-4EC2-9606-9A9AC6CD1D22}" dt="2025-11-19T15:25:59.512" v="172" actId="22"/>
          <ac:spMkLst>
            <pc:docMk/>
            <pc:sldMk cId="1821755839" sldId="274"/>
            <ac:spMk id="7" creationId="{A1088045-42F5-FD97-ED83-6AEF73316F36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9" creationId="{7CF89CA7-8084-322B-0AD8-B63AD2B345E1}"/>
          </ac:spMkLst>
        </pc:spChg>
        <pc:spChg chg="add del">
          <ac:chgData name="Jean-Yves Vuillequez" userId="e7fac481abea6bd0" providerId="LiveId" clId="{79E365E8-22BC-4EC2-9606-9A9AC6CD1D22}" dt="2025-11-19T15:31:05.378" v="184" actId="22"/>
          <ac:spMkLst>
            <pc:docMk/>
            <pc:sldMk cId="1821755839" sldId="274"/>
            <ac:spMk id="9" creationId="{C85936DC-7A36-C7FD-89BC-2AF218A582C2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10" creationId="{0D00AC46-0B58-199D-CA2C-03DB3DC30259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2" creationId="{0963EADB-748B-D0E7-5BF3-6EA168822480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3" creationId="{E4E5A3DF-3C63-24CF-7B7B-328A2AD44B57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5" creationId="{ACAD37B6-EF93-C275-C6AA-A8A46E685AC9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6" creationId="{8ECB2D9A-ED98-FE7D-DED3-4DF3A449AE8B}"/>
          </ac:spMkLst>
        </pc:spChg>
        <pc:spChg chg="add mod">
          <ac:chgData name="Jean-Yves Vuillequez" userId="e7fac481abea6bd0" providerId="LiveId" clId="{79E365E8-22BC-4EC2-9606-9A9AC6CD1D22}" dt="2025-11-20T08:40:34.024" v="383" actId="571"/>
          <ac:spMkLst>
            <pc:docMk/>
            <pc:sldMk cId="1821755839" sldId="274"/>
            <ac:spMk id="17" creationId="{1EA46F47-0519-8E57-BAA8-62FE94F8E54F}"/>
          </ac:spMkLst>
        </pc:spChg>
        <pc:spChg chg="add mod ord">
          <ac:chgData name="Jean-Yves Vuillequez" userId="e7fac481abea6bd0" providerId="LiveId" clId="{79E365E8-22BC-4EC2-9606-9A9AC6CD1D22}" dt="2025-11-20T20:27:28.016" v="5176" actId="1076"/>
          <ac:spMkLst>
            <pc:docMk/>
            <pc:sldMk cId="1821755839" sldId="274"/>
            <ac:spMk id="18" creationId="{44D928FD-3F68-ECAE-DF01-69E25D43D94B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0" creationId="{6DDE20E4-CB2E-04FF-2DA9-1E1738D5C9E4}"/>
          </ac:spMkLst>
        </pc:spChg>
        <pc:spChg chg="mod">
          <ac:chgData name="Jean-Yves Vuillequez" userId="e7fac481abea6bd0" providerId="LiveId" clId="{79E365E8-22BC-4EC2-9606-9A9AC6CD1D22}" dt="2025-11-20T08:40:37.873" v="384" actId="571"/>
          <ac:spMkLst>
            <pc:docMk/>
            <pc:sldMk cId="1821755839" sldId="274"/>
            <ac:spMk id="21" creationId="{85EC5690-6283-B244-7760-CCEF398604E4}"/>
          </ac:spMkLst>
        </pc:spChg>
        <pc:spChg chg="add mod or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2" creationId="{55F95513-FB46-9FE4-91D4-34DF9BFEC6C4}"/>
          </ac:spMkLst>
        </pc:spChg>
        <pc:spChg chg="mod">
          <ac:chgData name="Jean-Yves Vuillequez" userId="e7fac481abea6bd0" providerId="LiveId" clId="{79E365E8-22BC-4EC2-9606-9A9AC6CD1D22}" dt="2025-11-20T08:41:11.131" v="394" actId="571"/>
          <ac:spMkLst>
            <pc:docMk/>
            <pc:sldMk cId="1821755839" sldId="274"/>
            <ac:spMk id="24" creationId="{7E04026A-4B4B-8456-8D1B-0738F4E374CD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5" creationId="{D3C0BCCC-11D1-700F-BAD0-6BB53604F9B7}"/>
          </ac:spMkLst>
        </pc:spChg>
        <pc:spChg chg="add mod ord">
          <ac:chgData name="Jean-Yves Vuillequez" userId="e7fac481abea6bd0" providerId="LiveId" clId="{79E365E8-22BC-4EC2-9606-9A9AC6CD1D22}" dt="2025-11-20T20:32:24.618" v="5200" actId="1076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4" creationId="{682088E1-064C-5214-7A97-A059E4869B55}"/>
          </ac:spMkLst>
        </pc:spChg>
        <pc:spChg chg="add mod">
          <ac:chgData name="Jean-Yves Vuillequez" userId="e7fac481abea6bd0" providerId="LiveId" clId="{79E365E8-22BC-4EC2-9606-9A9AC6CD1D22}" dt="2025-11-20T10:41:01.094" v="1794" actId="767"/>
          <ac:spMkLst>
            <pc:docMk/>
            <pc:sldMk cId="1821755839" sldId="274"/>
            <ac:spMk id="45" creationId="{77C8CBAA-AFDC-35B0-563B-DE2302D11CCA}"/>
          </ac:spMkLst>
        </pc:spChg>
        <pc:spChg chg="add mod or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8" creationId="{FE31E2F0-6B8A-B0EE-9044-0597F28AE28A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2" creationId="{7A45A31B-42CC-CB8B-442E-3576FB243381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3" creationId="{CF1F8123-FC2A-EF28-8139-FC1D62216C5F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4" creationId="{3E4E5C19-19D1-7DB3-6126-771BB460CA7E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5" creationId="{C4EB1607-BC4B-15A3-0324-3D29B9154D6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6" creationId="{34BB09D2-59B3-0F52-1024-4F32B01B2F5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7" creationId="{685F5B80-27B1-45A6-3DF8-0CF7271056CC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58" creationId="{42C67AD7-C645-5367-3E47-6D6A996C5FE8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59" creationId="{A71C0264-9568-3B10-80E9-BB4CC27D44A7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60" creationId="{F5E45CE2-9974-9A72-4F4A-D34C2A56EC66}"/>
          </ac:spMkLst>
        </pc:spChg>
        <pc:spChg chg="add mod">
          <ac:chgData name="Jean-Yves Vuillequez" userId="e7fac481abea6bd0" providerId="LiveId" clId="{79E365E8-22BC-4EC2-9606-9A9AC6CD1D22}" dt="2025-11-20T11:13:42.590" v="2151" actId="571"/>
          <ac:spMkLst>
            <pc:docMk/>
            <pc:sldMk cId="1821755839" sldId="274"/>
            <ac:spMk id="62" creationId="{25239851-DAB7-EC44-907B-FBAB11582572}"/>
          </ac:spMkLst>
        </pc:spChg>
        <pc:spChg chg="add mod">
          <ac:chgData name="Jean-Yves Vuillequez" userId="e7fac481abea6bd0" providerId="LiveId" clId="{79E365E8-22BC-4EC2-9606-9A9AC6CD1D22}" dt="2025-11-20T11:13:42.334" v="2150" actId="571"/>
          <ac:spMkLst>
            <pc:docMk/>
            <pc:sldMk cId="1821755839" sldId="274"/>
            <ac:spMk id="64" creationId="{272DACD5-9A17-6717-1FA4-D367D3083FF4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67" creationId="{77C37EC6-CDFA-6EF5-9731-EDD14211D90B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0" creationId="{78E1D7E3-9E06-E6A5-253E-A6CE2A2F1050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71" creationId="{E74B2057-34BC-1980-9671-44A128491597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3" creationId="{33C41871-317D-BA64-26E2-EBEE7A51AE73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78" creationId="{F9DB8C53-77E9-0E4C-3E10-D82A96B2374C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0" creationId="{4AEF642B-047A-466B-0C38-0E7FB8F94B27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2" creationId="{8281DB0F-F9EB-C85E-E8CD-390770EDDFDB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3" creationId="{388DE769-4A11-8C26-5CE9-5ED11841B676}"/>
          </ac:spMkLst>
        </pc:spChg>
        <pc:spChg chg="mod">
          <ac:chgData name="Jean-Yves Vuillequez" userId="e7fac481abea6bd0" providerId="LiveId" clId="{79E365E8-22BC-4EC2-9606-9A9AC6CD1D22}" dt="2025-11-20T08:33:39.048" v="348" actId="108"/>
          <ac:spMkLst>
            <pc:docMk/>
            <pc:sldMk cId="1821755839" sldId="274"/>
            <ac:spMk id="96" creationId="{E0E7B8E7-F933-D99A-FC55-A7E0AFDF3556}"/>
          </ac:spMkLst>
        </pc:spChg>
        <pc:spChg chg="del mod">
          <ac:chgData name="Jean-Yves Vuillequez" userId="e7fac481abea6bd0" providerId="LiveId" clId="{79E365E8-22BC-4EC2-9606-9A9AC6CD1D22}" dt="2025-11-20T12:00:34.480" v="2714" actId="478"/>
          <ac:spMkLst>
            <pc:docMk/>
            <pc:sldMk cId="1821755839" sldId="274"/>
            <ac:spMk id="98" creationId="{0302C705-EB34-55B3-983C-81DA8BD20273}"/>
          </ac:spMkLst>
        </pc:spChg>
        <pc:spChg chg="add del mod ord">
          <ac:chgData name="Jean-Yves Vuillequez" userId="e7fac481abea6bd0" providerId="LiveId" clId="{79E365E8-22BC-4EC2-9606-9A9AC6CD1D22}" dt="2025-11-20T11:27:12.653" v="2342" actId="21"/>
          <ac:spMkLst>
            <pc:docMk/>
            <pc:sldMk cId="1821755839" sldId="274"/>
            <ac:spMk id="105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106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0T12:00:39.030" v="2715"/>
          <ac:spMkLst>
            <pc:docMk/>
            <pc:sldMk cId="1821755839" sldId="274"/>
            <ac:spMk id="2096" creationId="{273A85B6-13FD-89FF-E669-100D308ACE82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0T20:26:59.699" v="5173" actId="164"/>
          <ac:grpSpMkLst>
            <pc:docMk/>
            <pc:sldMk cId="1821755839" sldId="274"/>
            <ac:grpSpMk id="3" creationId="{23FD7915-E9FB-D50D-3D2C-DAA536A072F4}"/>
          </ac:grpSpMkLst>
        </pc:grpChg>
        <pc:grpChg chg="add mod">
          <ac:chgData name="Jean-Yves Vuillequez" userId="e7fac481abea6bd0" providerId="LiveId" clId="{79E365E8-22BC-4EC2-9606-9A9AC6CD1D22}" dt="2025-11-20T20:26:59.004" v="5171" actId="164"/>
          <ac:grpSpMkLst>
            <pc:docMk/>
            <pc:sldMk cId="1821755839" sldId="274"/>
            <ac:grpSpMk id="5" creationId="{C3A27509-F8DF-5392-E215-F9E129F2934C}"/>
          </ac:grpSpMkLst>
        </pc:grpChg>
        <pc:grpChg chg="add mod">
          <ac:chgData name="Jean-Yves Vuillequez" userId="e7fac481abea6bd0" providerId="LiveId" clId="{79E365E8-22BC-4EC2-9606-9A9AC6CD1D22}" dt="2025-11-20T20:26:58.491" v="5169" actId="164"/>
          <ac:grpSpMkLst>
            <pc:docMk/>
            <pc:sldMk cId="1821755839" sldId="274"/>
            <ac:grpSpMk id="7" creationId="{BCAC5398-48B7-D159-642C-6C1FB77F51AD}"/>
          </ac:grpSpMkLst>
        </pc:grpChg>
        <pc:grpChg chg="add mod">
          <ac:chgData name="Jean-Yves Vuillequez" userId="e7fac481abea6bd0" providerId="LiveId" clId="{79E365E8-22BC-4EC2-9606-9A9AC6CD1D22}" dt="2025-11-20T20:26:56.795" v="5163" actId="164"/>
          <ac:grpSpMkLst>
            <pc:docMk/>
            <pc:sldMk cId="1821755839" sldId="274"/>
            <ac:grpSpMk id="8" creationId="{2F3F1743-DDFF-E074-6078-31C09C5D19C9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8" creationId="{A3B8CF28-56C6-32D7-D0F2-18444BE72F66}"/>
          </ac:grpSpMkLst>
        </pc:grpChg>
        <pc:grpChg chg="add mod">
          <ac:chgData name="Jean-Yves Vuillequez" userId="e7fac481abea6bd0" providerId="LiveId" clId="{79E365E8-22BC-4EC2-9606-9A9AC6CD1D22}" dt="2025-11-20T20:27:18.739" v="5174" actId="164"/>
          <ac:grpSpMkLst>
            <pc:docMk/>
            <pc:sldMk cId="1821755839" sldId="274"/>
            <ac:grpSpMk id="9" creationId="{1942901F-9902-04A0-3544-E014B88B92FF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11" creationId="{C87BA6BA-2747-CFA1-7DD6-F4F77216FBA2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2" creationId="{A4F3950E-A273-3885-0546-EA789FEF3AD4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3" creationId="{17A2B2F0-AB99-333B-30C9-EC04234D17C0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4" creationId="{0D06F820-0C84-13EF-42FA-C8495BEA0636}"/>
          </ac:grpSpMkLst>
        </pc:grpChg>
        <pc:grpChg chg="add mod">
          <ac:chgData name="Jean-Yves Vuillequez" userId="e7fac481abea6bd0" providerId="LiveId" clId="{79E365E8-22BC-4EC2-9606-9A9AC6CD1D22}" dt="2025-11-20T20:32:44.585" v="5201" actId="164"/>
          <ac:grpSpMkLst>
            <pc:docMk/>
            <pc:sldMk cId="1821755839" sldId="274"/>
            <ac:grpSpMk id="17" creationId="{618688FD-4D2F-7A63-8807-ABB66A2C4089}"/>
          </ac:grpSpMkLst>
        </pc:grpChg>
        <pc:grpChg chg="add del mod or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9" creationId="{D5364BFE-1394-DF84-7508-CE993349E3F7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23" creationId="{D68234D9-A2C6-161D-C55C-E509AF1EEB5C}"/>
          </ac:grpSpMkLst>
        </pc:grpChg>
        <pc:picChg chg="add del mod">
          <ac:chgData name="Jean-Yves Vuillequez" userId="e7fac481abea6bd0" providerId="LiveId" clId="{79E365E8-22BC-4EC2-9606-9A9AC6CD1D22}" dt="2025-11-20T12:00:46.445" v="2716" actId="478"/>
          <ac:picMkLst>
            <pc:docMk/>
            <pc:sldMk cId="1821755839" sldId="274"/>
            <ac:picMk id="3" creationId="{B2469126-D060-A3A0-24FE-3940B83EED58}"/>
          </ac:picMkLst>
        </pc:picChg>
        <pc:picChg chg="add del mod">
          <ac:chgData name="Jean-Yves Vuillequez" userId="e7fac481abea6bd0" providerId="LiveId" clId="{79E365E8-22BC-4EC2-9606-9A9AC6CD1D22}" dt="2025-11-20T11:27:12.653" v="2342" actId="21"/>
          <ac:picMkLst>
            <pc:docMk/>
            <pc:sldMk cId="1821755839" sldId="274"/>
            <ac:picMk id="32" creationId="{9E201599-7D6B-4671-395A-AB9C1CE55DB4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3" creationId="{F84A0D41-8413-C686-CF95-956250D6C126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4" creationId="{D197D56C-63EF-E00B-6948-D29AC2F32653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5" creationId="{E63F4BF5-F1AE-84EE-BBA7-B9087645F385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6" creationId="{FE0EF77C-92FF-24CE-BFC8-C932780C9C10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7" creationId="{FE5048AF-D52E-C07D-D8DA-FC15494FC388}"/>
          </ac:picMkLst>
        </pc:picChg>
        <pc:picChg chg="add del mod">
          <ac:chgData name="Jean-Yves Vuillequez" userId="e7fac481abea6bd0" providerId="LiveId" clId="{79E365E8-22BC-4EC2-9606-9A9AC6CD1D22}" dt="2025-11-20T11:23:30.840" v="2278" actId="478"/>
          <ac:picMkLst>
            <pc:docMk/>
            <pc:sldMk cId="1821755839" sldId="274"/>
            <ac:picMk id="38" creationId="{F9C7BF27-093B-7D0F-B6C3-274E3E854A39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39" creationId="{EE8CCEDC-08DE-94CB-B69A-D139F38B5AA7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0" creationId="{F8CDE158-F4C1-68B7-524C-CE32C39E8011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1" creationId="{8FB51A97-1436-5D14-3D5F-29843523E295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2" creationId="{6EC88DA7-684D-8A9E-B539-C30CBB6C50B2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51" creationId="{054FB5AB-F043-1139-CFA8-44C9034D1153}"/>
          </ac:picMkLst>
        </pc:picChg>
        <pc:picChg chg="add mod">
          <ac:chgData name="Jean-Yves Vuillequez" userId="e7fac481abea6bd0" providerId="LiveId" clId="{79E365E8-22BC-4EC2-9606-9A9AC6CD1D22}" dt="2025-11-20T11:13:42.590" v="2151" actId="571"/>
          <ac:picMkLst>
            <pc:docMk/>
            <pc:sldMk cId="1821755839" sldId="274"/>
            <ac:picMk id="61" creationId="{333CFB4B-1194-4081-2A31-D4135E89AE21}"/>
          </ac:picMkLst>
        </pc:picChg>
        <pc:picChg chg="add mod">
          <ac:chgData name="Jean-Yves Vuillequez" userId="e7fac481abea6bd0" providerId="LiveId" clId="{79E365E8-22BC-4EC2-9606-9A9AC6CD1D22}" dt="2025-11-20T11:13:42.334" v="2150" actId="571"/>
          <ac:picMkLst>
            <pc:docMk/>
            <pc:sldMk cId="1821755839" sldId="274"/>
            <ac:picMk id="63" creationId="{175008E9-657C-5DBC-AAF4-E297D014AA2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5" creationId="{976AB5B9-1D61-B29C-C9DE-9051A31E8E27}"/>
          </ac:picMkLst>
        </pc:picChg>
        <pc:picChg chg="add del mod">
          <ac:chgData name="Jean-Yves Vuillequez" userId="e7fac481abea6bd0" providerId="LiveId" clId="{79E365E8-22BC-4EC2-9606-9A9AC6CD1D22}" dt="2025-11-20T11:23:39.857" v="2281" actId="478"/>
          <ac:picMkLst>
            <pc:docMk/>
            <pc:sldMk cId="1821755839" sldId="274"/>
            <ac:picMk id="66" creationId="{4C719004-3702-6AC4-5881-2BF1B98F17C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8" creationId="{6A1FE08D-DF15-8940-EAA5-98ED76914736}"/>
          </ac:picMkLst>
        </pc:picChg>
        <pc:picChg chg="add del mod">
          <ac:chgData name="Jean-Yves Vuillequez" userId="e7fac481abea6bd0" providerId="LiveId" clId="{79E365E8-22BC-4EC2-9606-9A9AC6CD1D22}" dt="2025-11-20T11:23:47.983" v="2284" actId="478"/>
          <ac:picMkLst>
            <pc:docMk/>
            <pc:sldMk cId="1821755839" sldId="274"/>
            <ac:picMk id="69" creationId="{7FECF56B-986A-87E0-8686-2AE09C51D00D}"/>
          </ac:picMkLst>
        </pc:picChg>
        <pc:picChg chg="add mod">
          <ac:chgData name="Jean-Yves Vuillequez" userId="e7fac481abea6bd0" providerId="LiveId" clId="{79E365E8-22BC-4EC2-9606-9A9AC6CD1D22}" dt="2025-11-20T11:17:34.624" v="2222" actId="571"/>
          <ac:picMkLst>
            <pc:docMk/>
            <pc:sldMk cId="1821755839" sldId="274"/>
            <ac:picMk id="72" creationId="{2ACF0BA3-0B26-FE99-F1D5-EFDA65D28D2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6" creationId="{6E5FB138-1168-9548-0B46-4162D6507326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7" creationId="{8B5DA2FE-31E0-AD38-ABCD-3B58F8D1D99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9" creationId="{4D224554-64C5-D132-FF87-6B875BF236DB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81" creationId="{7FCA9D15-A284-AFD1-1F00-F94CF748B1C3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2" creationId="{26F3760A-01F7-627E-27AC-B1F00D3B52C6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" creationId="{B33DCAA7-8CDF-83ED-2AFC-66875EDF434A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4" creationId="{30EDEF50-F042-0782-1F82-E1015B7ED2D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3" creationId="{D715FB7A-A546-1D86-6C47-6E592D4CF67D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4" creationId="{C5293EF4-20E0-DF10-D159-DD1506BA9014}"/>
          </ac:picMkLst>
        </pc:picChg>
        <pc:picChg chg="add mod">
          <ac:chgData name="Jean-Yves Vuillequez" userId="e7fac481abea6bd0" providerId="LiveId" clId="{79E365E8-22BC-4EC2-9606-9A9AC6CD1D22}" dt="2025-11-20T20:27:51.832" v="5177" actId="164"/>
          <ac:picMkLst>
            <pc:docMk/>
            <pc:sldMk cId="1821755839" sldId="274"/>
            <ac:picMk id="125" creationId="{33AAD6E8-755C-ADC6-DD82-513A7A7A0F5B}"/>
          </ac:picMkLst>
        </pc:picChg>
        <pc:picChg chg="add mod">
          <ac:chgData name="Jean-Yves Vuillequez" userId="e7fac481abea6bd0" providerId="LiveId" clId="{79E365E8-22BC-4EC2-9606-9A9AC6CD1D22}" dt="2025-11-20T20:28:32.286" v="5184" actId="164"/>
          <ac:picMkLst>
            <pc:docMk/>
            <pc:sldMk cId="1821755839" sldId="274"/>
            <ac:picMk id="126" creationId="{CDFE02BC-1F91-5E6A-387E-5166BAEB4B47}"/>
          </ac:picMkLst>
        </pc:picChg>
        <pc:picChg chg="add mod">
          <ac:chgData name="Jean-Yves Vuillequez" userId="e7fac481abea6bd0" providerId="LiveId" clId="{79E365E8-22BC-4EC2-9606-9A9AC6CD1D22}" dt="2025-11-20T11:37:47.279" v="2433"/>
          <ac:picMkLst>
            <pc:docMk/>
            <pc:sldMk cId="1821755839" sldId="274"/>
            <ac:picMk id="127" creationId="{9BE0A3A2-08AD-B71E-FF3C-BB36128FAD7D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6" creationId="{923FE2F2-F305-A7CE-975B-2A2BA912E4B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8" creationId="{D0C03EA7-EAD6-1A33-21AE-920B9121582F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2" creationId="{0AA62D0C-7533-F64F-5205-AC2C6EB164FE}"/>
          </ac:picMkLst>
        </pc:picChg>
        <pc:picChg chg="add mod">
          <ac:chgData name="Jean-Yves Vuillequez" userId="e7fac481abea6bd0" providerId="LiveId" clId="{79E365E8-22BC-4EC2-9606-9A9AC6CD1D22}" dt="2025-11-20T20:30:15.752" v="5193" actId="164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8" creationId="{1B3822DD-A0E9-A37F-0DE9-40781F1C3DF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2050" creationId="{66BE5478-2C49-E651-22DF-909C00CA75C0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0T12:02:26.430" v="2757" actId="1035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0T11:42:02.384" v="2481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">
          <ac:chgData name="Jean-Yves Vuillequez" userId="e7fac481abea6bd0" providerId="LiveId" clId="{79E365E8-22BC-4EC2-9606-9A9AC6CD1D22}" dt="2025-11-20T20:30:42.131" v="5196" actId="164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75" creationId="{EA2D8E70-0E38-6F85-C46D-473AA9425B34}"/>
          </ac:cxnSpMkLst>
        </pc:cxnChg>
        <pc:cxnChg chg="add mod">
          <ac:chgData name="Jean-Yves Vuillequez" userId="e7fac481abea6bd0" providerId="LiveId" clId="{79E365E8-22BC-4EC2-9606-9A9AC6CD1D22}" dt="2025-11-20T11:19:33.767" v="2234" actId="571"/>
          <ac:cxnSpMkLst>
            <pc:docMk/>
            <pc:sldMk cId="1821755839" sldId="274"/>
            <ac:cxnSpMk id="84" creationId="{B3581349-5B65-EAF3-8AE3-EF99BFC653E0}"/>
          </ac:cxnSpMkLst>
        </pc:cxnChg>
        <pc:cxnChg chg="add del mod">
          <ac:chgData name="Jean-Yves Vuillequez" userId="e7fac481abea6bd0" providerId="LiveId" clId="{79E365E8-22BC-4EC2-9606-9A9AC6CD1D22}" dt="2025-11-20T11:21:10.480" v="2243" actId="478"/>
          <ac:cxnSpMkLst>
            <pc:docMk/>
            <pc:sldMk cId="1821755839" sldId="274"/>
            <ac:cxnSpMk id="86" creationId="{29D35CB1-5CE6-AFD2-E231-5FC1F018A789}"/>
          </ac:cxnSpMkLst>
        </pc:cxnChg>
        <pc:cxnChg chg="add del mod">
          <ac:chgData name="Jean-Yves Vuillequez" userId="e7fac481abea6bd0" providerId="LiveId" clId="{79E365E8-22BC-4EC2-9606-9A9AC6CD1D22}" dt="2025-11-20T11:22:24.304" v="2266" actId="478"/>
          <ac:cxnSpMkLst>
            <pc:docMk/>
            <pc:sldMk cId="1821755839" sldId="274"/>
            <ac:cxnSpMk id="87" creationId="{E6644E27-C493-57FC-9D56-EEB4847C4129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99" creationId="{1740FD3C-BB82-E8E4-4341-9F9B0A291611}"/>
          </ac:cxnSpMkLst>
        </pc:cxnChg>
        <pc:cxnChg chg="add mod ord">
          <ac:chgData name="Jean-Yves Vuillequez" userId="e7fac481abea6bd0" providerId="LiveId" clId="{79E365E8-22BC-4EC2-9606-9A9AC6CD1D22}" dt="2025-11-20T20:30:15.752" v="5193" actId="164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1" creationId="{67D61FBD-E531-1326-0C48-8BF9669015EF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4" creationId="{D838041E-F078-6C94-A2B0-03079C59425A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9" creationId="{71456FE5-64C3-8B7D-7CCF-34EA9321C3CA}"/>
          </ac:cxnSpMkLst>
        </pc:cxnChg>
        <pc:cxnChg chg="add del mod">
          <ac:chgData name="Jean-Yves Vuillequez" userId="e7fac481abea6bd0" providerId="LiveId" clId="{79E365E8-22BC-4EC2-9606-9A9AC6CD1D22}" dt="2025-11-20T11:38:07.994" v="2438" actId="478"/>
          <ac:cxnSpMkLst>
            <pc:docMk/>
            <pc:sldMk cId="1821755839" sldId="274"/>
            <ac:cxnSpMk id="1024" creationId="{E59C6F56-E746-1D03-00A3-4AE085AB528D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0T11:40:48.564" v="2466"/>
          <ac:cxnSpMkLst>
            <pc:docMk/>
            <pc:sldMk cId="1821755839" sldId="274"/>
            <ac:cxnSpMk id="1037" creationId="{012A69AD-D1B3-9810-B4DE-6794DB614A7D}"/>
          </ac:cxnSpMkLst>
        </pc:cxnChg>
        <pc:cxnChg chg="add mod">
          <ac:chgData name="Jean-Yves Vuillequez" userId="e7fac481abea6bd0" providerId="LiveId" clId="{79E365E8-22BC-4EC2-9606-9A9AC6CD1D22}" dt="2025-11-20T11:40:48.912" v="2467"/>
          <ac:cxnSpMkLst>
            <pc:docMk/>
            <pc:sldMk cId="1821755839" sldId="274"/>
            <ac:cxnSpMk id="1039" creationId="{624F829B-9940-FA2F-9371-2DBB32AD248A}"/>
          </ac:cxnSpMkLst>
        </pc:cxnChg>
        <pc:cxnChg chg="add del mod">
          <ac:chgData name="Jean-Yves Vuillequez" userId="e7fac481abea6bd0" providerId="LiveId" clId="{79E365E8-22BC-4EC2-9606-9A9AC6CD1D22}" dt="2025-11-20T11:41:05.761" v="2472" actId="478"/>
          <ac:cxnSpMkLst>
            <pc:docMk/>
            <pc:sldMk cId="1821755839" sldId="274"/>
            <ac:cxnSpMk id="1040" creationId="{1A28472F-E15F-F875-A7CE-2C6CE56D1A6B}"/>
          </ac:cxnSpMkLst>
        </pc:cxnChg>
        <pc:cxnChg chg="add mod">
          <ac:chgData name="Jean-Yves Vuillequez" userId="e7fac481abea6bd0" providerId="LiveId" clId="{79E365E8-22BC-4EC2-9606-9A9AC6CD1D22}" dt="2025-11-20T11:41:57.257" v="2478"/>
          <ac:cxnSpMkLst>
            <pc:docMk/>
            <pc:sldMk cId="1821755839" sldId="274"/>
            <ac:cxnSpMk id="1045" creationId="{B47D5FD3-A8EB-5EF1-4EB2-CAF3F6F464AB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46" creationId="{F59A3777-3D90-7CA7-F89E-8874DA5F6283}"/>
          </ac:cxnSpMkLst>
        </pc:cxnChg>
        <pc:cxnChg chg="add del mod">
          <ac:chgData name="Jean-Yves Vuillequez" userId="e7fac481abea6bd0" providerId="LiveId" clId="{79E365E8-22BC-4EC2-9606-9A9AC6CD1D22}" dt="2025-11-20T11:44:39.434" v="2514" actId="478"/>
          <ac:cxnSpMkLst>
            <pc:docMk/>
            <pc:sldMk cId="1821755839" sldId="274"/>
            <ac:cxnSpMk id="1051" creationId="{2DE5DB89-7B0C-93CD-2FE0-25BDA4238711}"/>
          </ac:cxnSpMkLst>
        </pc:cxnChg>
        <pc:cxnChg chg="add del mod">
          <ac:chgData name="Jean-Yves Vuillequez" userId="e7fac481abea6bd0" providerId="LiveId" clId="{79E365E8-22BC-4EC2-9606-9A9AC6CD1D22}" dt="2025-11-20T11:44:52.399" v="2516" actId="11529"/>
          <ac:cxnSpMkLst>
            <pc:docMk/>
            <pc:sldMk cId="1821755839" sldId="274"/>
            <ac:cxnSpMk id="1060" creationId="{2CD49FD7-DD44-7611-D6BB-D1C241C40B8D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0T12:05:49.967" v="2793" actId="1076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2055" creationId="{87E620DB-CBC1-5464-4E1E-A4B454C8BE5D}"/>
          </ac:cxnSpMkLst>
        </pc:cxnChg>
        <pc:cxnChg chg="add mod">
          <ac:chgData name="Jean-Yves Vuillequez" userId="e7fac481abea6bd0" providerId="LiveId" clId="{79E365E8-22BC-4EC2-9606-9A9AC6CD1D22}" dt="2025-11-20T20:26:58.491" v="5169" actId="164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modSp del mod">
        <pc:chgData name="Jean-Yves Vuillequez" userId="e7fac481abea6bd0" providerId="LiveId" clId="{79E365E8-22BC-4EC2-9606-9A9AC6CD1D22}" dt="2025-11-19T11:00:27.703" v="73" actId="2696"/>
        <pc:sldMkLst>
          <pc:docMk/>
          <pc:sldMk cId="4075992510" sldId="275"/>
        </pc:sldMkLst>
        <pc:spChg chg="mod">
          <ac:chgData name="Jean-Yves Vuillequez" userId="e7fac481abea6bd0" providerId="LiveId" clId="{79E365E8-22BC-4EC2-9606-9A9AC6CD1D22}" dt="2025-11-19T10:58:13.405" v="45" actId="20577"/>
          <ac:spMkLst>
            <pc:docMk/>
            <pc:sldMk cId="4075992510" sldId="275"/>
            <ac:spMk id="13" creationId="{A4E917A3-F694-3B96-CCCF-E8B993CF7914}"/>
          </ac:spMkLst>
        </pc:spChg>
        <pc:graphicFrameChg chg="modGraphic">
          <ac:chgData name="Jean-Yves Vuillequez" userId="e7fac481abea6bd0" providerId="LiveId" clId="{79E365E8-22BC-4EC2-9606-9A9AC6CD1D22}" dt="2025-11-19T10:58:19.644" v="46" actId="6549"/>
          <ac:graphicFrameMkLst>
            <pc:docMk/>
            <pc:sldMk cId="4075992510" sldId="275"/>
            <ac:graphicFrameMk id="2" creationId="{B369D15F-B77E-9E89-4E59-4FB8C96A6FDE}"/>
          </ac:graphicFrameMkLst>
        </pc:graphicFrame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del mod">
          <ac:chgData name="Jean-Yves Vuillequez" userId="e7fac481abea6bd0" providerId="LiveId" clId="{79E365E8-22BC-4EC2-9606-9A9AC6CD1D22}" dt="2025-11-20T15:42:22.432" v="4056" actId="478"/>
          <ac:spMkLst>
            <pc:docMk/>
            <pc:sldMk cId="4088050223" sldId="275"/>
            <ac:spMk id="3" creationId="{37D278FD-EECE-B378-D23D-5AC1D6FCA09B}"/>
          </ac:spMkLst>
        </pc:spChg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del">
          <ac:chgData name="Jean-Yves Vuillequez" userId="e7fac481abea6bd0" providerId="LiveId" clId="{79E365E8-22BC-4EC2-9606-9A9AC6CD1D22}" dt="2025-11-20T16:04:24.463" v="4515" actId="478"/>
          <ac:spMkLst>
            <pc:docMk/>
            <pc:sldMk cId="4088050223" sldId="275"/>
            <ac:spMk id="12" creationId="{97F78E0E-BF81-816F-84D0-69489BA603AA}"/>
          </ac:spMkLst>
        </pc:spChg>
        <pc:spChg chg="add del">
          <ac:chgData name="Jean-Yves Vuillequez" userId="e7fac481abea6bd0" providerId="LiveId" clId="{79E365E8-22BC-4EC2-9606-9A9AC6CD1D22}" dt="2025-11-20T16:04:29.429" v="4517" actId="478"/>
          <ac:spMkLst>
            <pc:docMk/>
            <pc:sldMk cId="4088050223" sldId="275"/>
            <ac:spMk id="13" creationId="{A4E917A3-F694-3B96-CCCF-E8B993CF7914}"/>
          </ac:spMkLst>
        </pc:spChg>
        <pc:spChg chg="add del">
          <ac:chgData name="Jean-Yves Vuillequez" userId="e7fac481abea6bd0" providerId="LiveId" clId="{79E365E8-22BC-4EC2-9606-9A9AC6CD1D22}" dt="2025-11-20T16:04:27.356" v="4516" actId="478"/>
          <ac:spMkLst>
            <pc:docMk/>
            <pc:sldMk cId="4088050223" sldId="275"/>
            <ac:spMk id="14" creationId="{6490E61E-43C0-47B3-660A-106B5E881ADD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  <pc:graphicFrameChg chg="del mod modGraphic">
          <ac:chgData name="Jean-Yves Vuillequez" userId="e7fac481abea6bd0" providerId="LiveId" clId="{79E365E8-22BC-4EC2-9606-9A9AC6CD1D22}" dt="2025-11-20T16:05:02.210" v="4547" actId="478"/>
          <ac:graphicFrameMkLst>
            <pc:docMk/>
            <pc:sldMk cId="4088050223" sldId="275"/>
            <ac:graphicFrameMk id="2" creationId="{B369D15F-B77E-9E89-4E59-4FB8C96A6FDE}"/>
          </ac:graphicFrameMkLst>
        </pc:graphicFrameChg>
      </pc:sldChg>
      <pc:sldChg chg="del">
        <pc:chgData name="Jean-Yves Vuillequez" userId="e7fac481abea6bd0" providerId="LiveId" clId="{79E365E8-22BC-4EC2-9606-9A9AC6CD1D22}" dt="2025-11-19T10:58:46.543" v="50" actId="47"/>
        <pc:sldMkLst>
          <pc:docMk/>
          <pc:sldMk cId="4260295178" sldId="276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782134582" sldId="280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379059680" sldId="281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1308464095" sldId="282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541112122" sldId="283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3746995239" sldId="284"/>
        </pc:sldMkLst>
      </pc:sldChg>
      <pc:sldChg chg="del">
        <pc:chgData name="Jean-Yves Vuillequez" userId="e7fac481abea6bd0" providerId="LiveId" clId="{79E365E8-22BC-4EC2-9606-9A9AC6CD1D22}" dt="2025-11-19T11:00:58.858" v="84" actId="47"/>
        <pc:sldMkLst>
          <pc:docMk/>
          <pc:sldMk cId="2602082869" sldId="285"/>
        </pc:sldMkLst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">
          <ac:chgData name="Jean-Yves Vuillequez" userId="e7fac481abea6bd0" providerId="LiveId" clId="{79E365E8-22BC-4EC2-9606-9A9AC6CD1D22}" dt="2025-11-20T09:41:51.314" v="473"/>
          <ac:spMkLst>
            <pc:docMk/>
            <pc:sldMk cId="406580661" sldId="286"/>
            <ac:spMk id="2" creationId="{42BBF137-A4F8-10C8-E76C-714A4AC08CD8}"/>
          </ac:spMkLst>
        </pc:spChg>
        <pc:spChg chg="add del mod">
          <ac:chgData name="Jean-Yves Vuillequez" userId="e7fac481abea6bd0" providerId="LiveId" clId="{79E365E8-22BC-4EC2-9606-9A9AC6CD1D22}" dt="2025-11-19T15:04:10.897" v="143" actId="478"/>
          <ac:spMkLst>
            <pc:docMk/>
            <pc:sldMk cId="406580661" sldId="286"/>
            <ac:spMk id="3" creationId="{C43968D4-0691-98E3-02E7-DB654E7392F3}"/>
          </ac:spMkLst>
        </pc:spChg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del mod">
          <ac:chgData name="Jean-Yves Vuillequez" userId="e7fac481abea6bd0" providerId="LiveId" clId="{79E365E8-22BC-4EC2-9606-9A9AC6CD1D22}" dt="2025-11-20T14:03:49.127" v="3493" actId="478"/>
          <ac:spMkLst>
            <pc:docMk/>
            <pc:sldMk cId="406580661" sldId="286"/>
            <ac:spMk id="4" creationId="{0649B650-4A2A-7387-5E59-6EEF0B39EF13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add del mod">
          <ac:chgData name="Jean-Yves Vuillequez" userId="e7fac481abea6bd0" providerId="LiveId" clId="{79E365E8-22BC-4EC2-9606-9A9AC6CD1D22}" dt="2025-11-20T14:03:53.338" v="3494" actId="478"/>
          <ac:spMkLst>
            <pc:docMk/>
            <pc:sldMk cId="406580661" sldId="286"/>
            <ac:spMk id="16" creationId="{6C932EAC-9D77-E1AF-F55B-093700CC66D4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del mod topLvl">
          <ac:chgData name="Jean-Yves Vuillequez" userId="e7fac481abea6bd0" providerId="LiveId" clId="{79E365E8-22BC-4EC2-9606-9A9AC6CD1D22}" dt="2025-11-20T14:07:59.184" v="3530" actId="478"/>
          <ac:spMkLst>
            <pc:docMk/>
            <pc:sldMk cId="406580661" sldId="286"/>
            <ac:spMk id="22" creationId="{3C237379-DB54-8C10-5CAB-555068513234}"/>
          </ac:spMkLst>
        </pc:spChg>
        <pc:spChg chg="del mod">
          <ac:chgData name="Jean-Yves Vuillequez" userId="e7fac481abea6bd0" providerId="LiveId" clId="{79E365E8-22BC-4EC2-9606-9A9AC6CD1D22}" dt="2025-11-20T14:07:31.884" v="3523" actId="478"/>
          <ac:spMkLst>
            <pc:docMk/>
            <pc:sldMk cId="406580661" sldId="286"/>
            <ac:spMk id="23" creationId="{B47EAD84-AD9B-69B1-236A-47036056634B}"/>
          </ac:spMkLst>
        </pc:spChg>
        <pc:spChg chg="del mod topLvl">
          <ac:chgData name="Jean-Yves Vuillequez" userId="e7fac481abea6bd0" providerId="LiveId" clId="{79E365E8-22BC-4EC2-9606-9A9AC6CD1D22}" dt="2025-11-20T14:07:45.858" v="3527" actId="478"/>
          <ac:spMkLst>
            <pc:docMk/>
            <pc:sldMk cId="406580661" sldId="286"/>
            <ac:spMk id="24" creationId="{F6770A64-7D4D-1ECC-B886-45CA1F497506}"/>
          </ac:spMkLst>
        </pc:spChg>
        <pc:spChg chg="del mod">
          <ac:chgData name="Jean-Yves Vuillequez" userId="e7fac481abea6bd0" providerId="LiveId" clId="{79E365E8-22BC-4EC2-9606-9A9AC6CD1D22}" dt="2025-11-20T14:07:29.951" v="3522" actId="478"/>
          <ac:spMkLst>
            <pc:docMk/>
            <pc:sldMk cId="406580661" sldId="286"/>
            <ac:spMk id="25" creationId="{06845810-55AC-B052-A363-9E68AD714724}"/>
          </ac:spMkLst>
        </pc:spChg>
        <pc:spChg chg="del mod">
          <ac:chgData name="Jean-Yves Vuillequez" userId="e7fac481abea6bd0" providerId="LiveId" clId="{79E365E8-22BC-4EC2-9606-9A9AC6CD1D22}" dt="2025-11-20T14:07:44.250" v="3526" actId="478"/>
          <ac:spMkLst>
            <pc:docMk/>
            <pc:sldMk cId="406580661" sldId="286"/>
            <ac:spMk id="26" creationId="{FB54BC18-1E4C-BCAB-65BA-0197B56CA834}"/>
          </ac:spMkLst>
        </pc:spChg>
        <pc:spChg chg="del mod">
          <ac:chgData name="Jean-Yves Vuillequez" userId="e7fac481abea6bd0" providerId="LiveId" clId="{79E365E8-22BC-4EC2-9606-9A9AC6CD1D22}" dt="2025-11-20T14:07:25.451" v="3519" actId="478"/>
          <ac:spMkLst>
            <pc:docMk/>
            <pc:sldMk cId="406580661" sldId="286"/>
            <ac:spMk id="27" creationId="{05D4FFA8-0742-EAD3-AC74-6A6B84E3C2E4}"/>
          </ac:spMkLst>
        </pc:spChg>
        <pc:spChg chg="del mod">
          <ac:chgData name="Jean-Yves Vuillequez" userId="e7fac481abea6bd0" providerId="LiveId" clId="{79E365E8-22BC-4EC2-9606-9A9AC6CD1D22}" dt="2025-11-20T14:07:36.804" v="3525" actId="478"/>
          <ac:spMkLst>
            <pc:docMk/>
            <pc:sldMk cId="406580661" sldId="286"/>
            <ac:spMk id="28" creationId="{DA1524FB-7977-208A-1263-DE47D7C4A3BF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add del">
          <ac:chgData name="Jean-Yves Vuillequez" userId="e7fac481abea6bd0" providerId="LiveId" clId="{79E365E8-22BC-4EC2-9606-9A9AC6CD1D22}" dt="2025-11-20T14:09:26.668" v="3554" actId="11529"/>
          <ac:spMkLst>
            <pc:docMk/>
            <pc:sldMk cId="406580661" sldId="286"/>
            <ac:spMk id="31" creationId="{8E993513-E9EE-97FE-01CC-D7CE0C32AA22}"/>
          </ac:spMkLst>
        </pc:spChg>
        <pc:spChg chg="add del mod">
          <ac:chgData name="Jean-Yves Vuillequez" userId="e7fac481abea6bd0" providerId="LiveId" clId="{79E365E8-22BC-4EC2-9606-9A9AC6CD1D22}" dt="2025-11-20T14:10:04.564" v="3558" actId="478"/>
          <ac:spMkLst>
            <pc:docMk/>
            <pc:sldMk cId="406580661" sldId="286"/>
            <ac:spMk id="32" creationId="{8A84BA34-DB32-0874-81E3-B2EAE91679B2}"/>
          </ac:spMkLst>
        </pc:spChg>
        <pc:spChg chg="add mo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33" creationId="{5A657496-ACF4-9152-D94A-2B3CCFB10F4B}"/>
          </ac:spMkLst>
        </pc:spChg>
        <pc:spChg chg="add mod">
          <ac:chgData name="Jean-Yves Vuillequez" userId="e7fac481abea6bd0" providerId="LiveId" clId="{79E365E8-22BC-4EC2-9606-9A9AC6CD1D22}" dt="2025-11-20T14:12:07.214" v="3570" actId="571"/>
          <ac:spMkLst>
            <pc:docMk/>
            <pc:sldMk cId="406580661" sldId="286"/>
            <ac:spMk id="34" creationId="{B926B066-217E-DF27-208E-E40B46814C20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del mod">
          <ac:chgData name="Jean-Yves Vuillequez" userId="e7fac481abea6bd0" providerId="LiveId" clId="{79E365E8-22BC-4EC2-9606-9A9AC6CD1D22}" dt="2025-11-20T14:17:51.203" v="3622" actId="478"/>
          <ac:spMkLst>
            <pc:docMk/>
            <pc:sldMk cId="406580661" sldId="286"/>
            <ac:spMk id="41" creationId="{CE995EDC-F144-32C4-0F9B-B06D60A0C5CC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del">
          <ac:chgData name="Jean-Yves Vuillequez" userId="e7fac481abea6bd0" providerId="LiveId" clId="{79E365E8-22BC-4EC2-9606-9A9AC6CD1D22}" dt="2025-11-19T15:03:54.191" v="140" actId="478"/>
          <ac:spMkLst>
            <pc:docMk/>
            <pc:sldMk cId="406580661" sldId="286"/>
            <ac:spMk id="69" creationId="{2DFE67F9-5520-F4B8-B6C5-40C9605525B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spChg chg="del mod">
          <ac:chgData name="Jean-Yves Vuillequez" userId="e7fac481abea6bd0" providerId="LiveId" clId="{79E365E8-22BC-4EC2-9606-9A9AC6CD1D22}" dt="2025-11-19T15:04:08.497" v="142" actId="478"/>
          <ac:spMkLst>
            <pc:docMk/>
            <pc:sldMk cId="406580661" sldId="286"/>
            <ac:spMk id="73" creationId="{1362DE8B-B008-E6AB-C9CD-6095A12B8D39}"/>
          </ac:spMkLst>
        </pc:spChg>
        <pc:spChg chg="del mod">
          <ac:chgData name="Jean-Yves Vuillequez" userId="e7fac481abea6bd0" providerId="LiveId" clId="{79E365E8-22BC-4EC2-9606-9A9AC6CD1D22}" dt="2025-11-19T15:03:54.191" v="140" actId="478"/>
          <ac:spMkLst>
            <pc:docMk/>
            <pc:sldMk cId="406580661" sldId="286"/>
            <ac:spMk id="74" creationId="{594EF5A4-95A8-DB9E-307C-92C5044EEF3F}"/>
          </ac:spMkLst>
        </pc:spChg>
        <pc:spChg chg="del mod">
          <ac:chgData name="Jean-Yves Vuillequez" userId="e7fac481abea6bd0" providerId="LiveId" clId="{79E365E8-22BC-4EC2-9606-9A9AC6CD1D22}" dt="2025-11-19T15:03:57.484" v="141" actId="478"/>
          <ac:spMkLst>
            <pc:docMk/>
            <pc:sldMk cId="406580661" sldId="286"/>
            <ac:spMk id="75" creationId="{2DA76B5D-5507-C433-3A50-BA24AFDD5759}"/>
          </ac:spMkLst>
        </pc:spChg>
        <pc:spChg chg="del mod">
          <ac:chgData name="Jean-Yves Vuillequez" userId="e7fac481abea6bd0" providerId="LiveId" clId="{79E365E8-22BC-4EC2-9606-9A9AC6CD1D22}" dt="2025-11-19T15:03:57.484" v="141" actId="478"/>
          <ac:spMkLst>
            <pc:docMk/>
            <pc:sldMk cId="406580661" sldId="286"/>
            <ac:spMk id="76" creationId="{0D0BEA13-407D-BB40-EDD4-89543044A7D8}"/>
          </ac:spMkLst>
        </pc:spChg>
        <pc:spChg chg="del mod">
          <ac:chgData name="Jean-Yves Vuillequez" userId="e7fac481abea6bd0" providerId="LiveId" clId="{79E365E8-22BC-4EC2-9606-9A9AC6CD1D22}" dt="2025-11-19T15:03:57.484" v="141" actId="478"/>
          <ac:spMkLst>
            <pc:docMk/>
            <pc:sldMk cId="406580661" sldId="286"/>
            <ac:spMk id="77" creationId="{4B2D55FD-E6CB-F70B-1A6D-C59E9EAB43E2}"/>
          </ac:spMkLst>
        </pc:spChg>
        <pc:spChg chg="del">
          <ac:chgData name="Jean-Yves Vuillequez" userId="e7fac481abea6bd0" providerId="LiveId" clId="{79E365E8-22BC-4EC2-9606-9A9AC6CD1D22}" dt="2025-11-19T10:59:15.865" v="69" actId="478"/>
          <ac:spMkLst>
            <pc:docMk/>
            <pc:sldMk cId="406580661" sldId="286"/>
            <ac:spMk id="78" creationId="{EE57DF56-19D6-5F9D-623C-FD197620AB38}"/>
          </ac:spMkLst>
        </pc:spChg>
        <pc:spChg chg="del">
          <ac:chgData name="Jean-Yves Vuillequez" userId="e7fac481abea6bd0" providerId="LiveId" clId="{79E365E8-22BC-4EC2-9606-9A9AC6CD1D22}" dt="2025-11-19T10:59:15.865" v="69" actId="478"/>
          <ac:spMkLst>
            <pc:docMk/>
            <pc:sldMk cId="406580661" sldId="286"/>
            <ac:spMk id="79" creationId="{9872CB08-4753-4C4E-189F-43C9459E961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grpChg chg="add del mod">
          <ac:chgData name="Jean-Yves Vuillequez" userId="e7fac481abea6bd0" providerId="LiveId" clId="{79E365E8-22BC-4EC2-9606-9A9AC6CD1D22}" dt="2025-11-20T14:08:40.025" v="3548" actId="478"/>
          <ac:grpSpMkLst>
            <pc:docMk/>
            <pc:sldMk cId="406580661" sldId="286"/>
            <ac:grpSpMk id="17" creationId="{A75639C7-A161-9010-1A57-516F484DDF41}"/>
          </ac:grpSpMkLst>
        </pc:grpChg>
        <pc:grpChg chg="add del mod">
          <ac:chgData name="Jean-Yves Vuillequez" userId="e7fac481abea6bd0" providerId="LiveId" clId="{79E365E8-22BC-4EC2-9606-9A9AC6CD1D22}" dt="2025-11-20T14:07:45.858" v="3527" actId="478"/>
          <ac:grpSpMkLst>
            <pc:docMk/>
            <pc:sldMk cId="406580661" sldId="286"/>
            <ac:grpSpMk id="21" creationId="{D137CC4A-1BC1-13D8-B50C-BDE5B5C85CE5}"/>
          </ac:grpSpMkLst>
        </pc:grpChg>
        <pc:grpChg chg="add del mod">
          <ac:chgData name="Jean-Yves Vuillequez" userId="e7fac481abea6bd0" providerId="LiveId" clId="{79E365E8-22BC-4EC2-9606-9A9AC6CD1D22}" dt="2025-11-20T14:14:24.512" v="3577" actId="478"/>
          <ac:grpSpMkLst>
            <pc:docMk/>
            <pc:sldMk cId="406580661" sldId="286"/>
            <ac:grpSpMk id="35" creationId="{9B6C21F3-0FA7-F4E0-3CAF-C19A7A77268D}"/>
          </ac:grpSpMkLst>
        </pc:grpChg>
        <pc:graphicFrameChg chg="add del modGraphic">
          <ac:chgData name="Jean-Yves Vuillequez" userId="e7fac481abea6bd0" providerId="LiveId" clId="{79E365E8-22BC-4EC2-9606-9A9AC6CD1D22}" dt="2025-11-20T14:07:22.432" v="3518" actId="18245"/>
          <ac:graphicFrameMkLst>
            <pc:docMk/>
            <pc:sldMk cId="406580661" sldId="286"/>
            <ac:graphicFrameMk id="20" creationId="{2EEA1452-7AF3-2AA3-7598-A22D894268FF}"/>
          </ac:graphicFrameMkLst>
        </pc:graphicFrame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del mod topLvl">
          <ac:chgData name="Jean-Yves Vuillequez" userId="e7fac481abea6bd0" providerId="LiveId" clId="{79E365E8-22BC-4EC2-9606-9A9AC6CD1D22}" dt="2025-11-20T14:08:40.025" v="3548" actId="478"/>
          <ac:picMkLst>
            <pc:docMk/>
            <pc:sldMk cId="406580661" sldId="286"/>
            <ac:picMk id="19" creationId="{51BBA295-1140-90F8-E017-CD3D8FC5AC2B}"/>
          </ac:picMkLst>
        </pc:picChg>
        <pc:picChg chg="del mod topLvl">
          <ac:chgData name="Jean-Yves Vuillequez" userId="e7fac481abea6bd0" providerId="LiveId" clId="{79E365E8-22BC-4EC2-9606-9A9AC6CD1D22}" dt="2025-11-20T14:14:24.512" v="3577" actId="478"/>
          <ac:picMkLst>
            <pc:docMk/>
            <pc:sldMk cId="406580661" sldId="286"/>
            <ac:picMk id="37" creationId="{219EC28F-CF2E-48FA-DA4A-699411DA710D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0T20:00:47.118" v="482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del mod">
          <ac:chgData name="Jean-Yves Vuillequez" userId="e7fac481abea6bd0" providerId="LiveId" clId="{79E365E8-22BC-4EC2-9606-9A9AC6CD1D22}" dt="2025-11-20T14:43:08.155" v="3878" actId="478"/>
          <ac:spMkLst>
            <pc:docMk/>
            <pc:sldMk cId="3647836335" sldId="287"/>
            <ac:spMk id="5" creationId="{8D8F0222-1744-4F54-34A6-B8CF15FEFB60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5:39:16.378" v="4055" actId="113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grpChg chg="add del mod">
          <ac:chgData name="Jean-Yves Vuillequez" userId="e7fac481abea6bd0" providerId="LiveId" clId="{79E365E8-22BC-4EC2-9606-9A9AC6CD1D22}" dt="2025-11-20T14:40:38.972" v="3834" actId="478"/>
          <ac:grpSpMkLst>
            <pc:docMk/>
            <pc:sldMk cId="3647836335" sldId="287"/>
            <ac:grpSpMk id="12" creationId="{14D10F5B-33B7-6B9D-D368-3586D7599FDE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  <pc:picChg chg="del mod topLvl">
          <ac:chgData name="Jean-Yves Vuillequez" userId="e7fac481abea6bd0" providerId="LiveId" clId="{79E365E8-22BC-4EC2-9606-9A9AC6CD1D22}" dt="2025-11-20T14:40:38.972" v="3834" actId="478"/>
          <ac:picMkLst>
            <pc:docMk/>
            <pc:sldMk cId="3647836335" sldId="287"/>
            <ac:picMk id="14" creationId="{CBFA22F7-AA26-C039-5D33-945B7985A040}"/>
          </ac:picMkLst>
        </pc:picChg>
        <pc:picChg chg="add del mod">
          <ac:chgData name="Jean-Yves Vuillequez" userId="e7fac481abea6bd0" providerId="LiveId" clId="{79E365E8-22BC-4EC2-9606-9A9AC6CD1D22}" dt="2025-11-20T14:31:03.610" v="3682" actId="478"/>
          <ac:picMkLst>
            <pc:docMk/>
            <pc:sldMk cId="3647836335" sldId="287"/>
            <ac:picMk id="1026" creationId="{6F81C0BB-D0DD-2C53-349F-BD0A043D48A6}"/>
          </ac:picMkLst>
        </pc:picChg>
      </pc:sldChg>
      <pc:sldChg chg="add del">
        <pc:chgData name="Jean-Yves Vuillequez" userId="e7fac481abea6bd0" providerId="LiveId" clId="{79E365E8-22BC-4EC2-9606-9A9AC6CD1D22}" dt="2025-11-19T18:14:09.212" v="197"/>
        <pc:sldMkLst>
          <pc:docMk/>
          <pc:sldMk cId="919858653" sldId="288"/>
        </pc:sldMkLst>
      </pc:sldChg>
      <pc:sldChg chg="add del">
        <pc:chgData name="Jean-Yves Vuillequez" userId="e7fac481abea6bd0" providerId="LiveId" clId="{79E365E8-22BC-4EC2-9606-9A9AC6CD1D22}" dt="2025-11-20T16:28:21.698" v="4730"/>
        <pc:sldMkLst>
          <pc:docMk/>
          <pc:sldMk cId="3650049617" sldId="288"/>
        </pc:sldMkLst>
      </pc:sldChg>
      <pc:sldChg chg="addSp delSp modSp add del mod">
        <pc:chgData name="Jean-Yves Vuillequez" userId="e7fac481abea6bd0" providerId="LiveId" clId="{79E365E8-22BC-4EC2-9606-9A9AC6CD1D22}" dt="2025-11-20T16:28:18.080" v="4728" actId="47"/>
        <pc:sldMkLst>
          <pc:docMk/>
          <pc:sldMk cId="4156271710" sldId="288"/>
        </pc:sldMkLst>
        <pc:spChg chg="add del mod">
          <ac:chgData name="Jean-Yves Vuillequez" userId="e7fac481abea6bd0" providerId="LiveId" clId="{79E365E8-22BC-4EC2-9606-9A9AC6CD1D22}" dt="2025-11-20T15:42:52.526" v="4080" actId="478"/>
          <ac:spMkLst>
            <pc:docMk/>
            <pc:sldMk cId="4156271710" sldId="288"/>
            <ac:spMk id="3" creationId="{F54C33F5-001F-CBAC-920A-2747911ED0E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2" creationId="{740BA0CF-4FE4-694B-1E0A-549DC46AD2EB}"/>
          </ac:spMkLst>
        </pc:spChg>
        <pc:spChg chg="del mod">
          <ac:chgData name="Jean-Yves Vuillequez" userId="e7fac481abea6bd0" providerId="LiveId" clId="{79E365E8-22BC-4EC2-9606-9A9AC6CD1D22}" dt="2025-11-20T15:44:13.753" v="4094" actId="478"/>
          <ac:spMkLst>
            <pc:docMk/>
            <pc:sldMk cId="4156271710" sldId="288"/>
            <ac:spMk id="13" creationId="{8F7E0CE5-A523-1A49-46A7-9DF1818C9F7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4" creationId="{54AFD23F-A289-A5AF-3AE9-C30CBA50B293}"/>
          </ac:spMkLst>
        </pc:spChg>
        <pc:spChg chg="mod">
          <ac:chgData name="Jean-Yves Vuillequez" userId="e7fac481abea6bd0" providerId="LiveId" clId="{79E365E8-22BC-4EC2-9606-9A9AC6CD1D22}" dt="2025-11-20T16:18:23.577" v="4695" actId="113"/>
          <ac:spMkLst>
            <pc:docMk/>
            <pc:sldMk cId="4156271710" sldId="288"/>
            <ac:spMk id="96" creationId="{9496F4BA-6570-B121-53B0-E4B792AFAF9D}"/>
          </ac:spMkLst>
        </pc:spChg>
        <pc:graphicFrameChg chg="add mod modGraphic">
          <ac:chgData name="Jean-Yves Vuillequez" userId="e7fac481abea6bd0" providerId="LiveId" clId="{79E365E8-22BC-4EC2-9606-9A9AC6CD1D22}" dt="2025-11-20T16:26:07.879" v="4723" actId="14734"/>
          <ac:graphicFrameMkLst>
            <pc:docMk/>
            <pc:sldMk cId="4156271710" sldId="288"/>
            <ac:graphicFrameMk id="2" creationId="{173634DA-7419-95BC-CFC9-038472A87DB1}"/>
          </ac:graphicFrameMkLst>
        </pc:graphicFrameChg>
        <pc:graphicFrameChg chg="del mod modGraphic">
          <ac:chgData name="Jean-Yves Vuillequez" userId="e7fac481abea6bd0" providerId="LiveId" clId="{79E365E8-22BC-4EC2-9606-9A9AC6CD1D22}" dt="2025-11-20T16:12:22.646" v="4635" actId="478"/>
          <ac:graphicFrameMkLst>
            <pc:docMk/>
            <pc:sldMk cId="4156271710" sldId="288"/>
            <ac:graphicFrameMk id="2" creationId="{5775F0AF-38B3-FEEF-E777-FA7976DF9346}"/>
          </ac:graphicFrameMkLst>
        </pc:graphicFrameChg>
        <pc:graphicFrameChg chg="add mod modGraphic">
          <ac:chgData name="Jean-Yves Vuillequez" userId="e7fac481abea6bd0" providerId="LiveId" clId="{79E365E8-22BC-4EC2-9606-9A9AC6CD1D22}" dt="2025-11-20T16:13:43.019" v="4689" actId="14734"/>
          <ac:graphicFrameMkLst>
            <pc:docMk/>
            <pc:sldMk cId="4156271710" sldId="288"/>
            <ac:graphicFrameMk id="4" creationId="{07C3DCC2-88A3-887C-E579-46BF990D0E4D}"/>
          </ac:graphicFrameMkLst>
        </pc:graphicFrameChg>
        <pc:picChg chg="add del mod">
          <ac:chgData name="Jean-Yves Vuillequez" userId="e7fac481abea6bd0" providerId="LiveId" clId="{79E365E8-22BC-4EC2-9606-9A9AC6CD1D22}" dt="2025-11-20T16:24:46.312" v="4699" actId="478"/>
          <ac:picMkLst>
            <pc:docMk/>
            <pc:sldMk cId="4156271710" sldId="288"/>
            <ac:picMk id="5" creationId="{E25DBDF2-8A16-91EA-1A5E-D3FF88A8B183}"/>
          </ac:picMkLst>
        </pc:picChg>
      </pc:sldChg>
      <pc:sldChg chg="addSp modSp add mod">
        <pc:chgData name="Jean-Yves Vuillequez" userId="e7fac481abea6bd0" providerId="LiveId" clId="{79E365E8-22BC-4EC2-9606-9A9AC6CD1D22}" dt="2025-11-20T14:45:35.008" v="3932" actId="1036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mod">
          <ac:chgData name="Jean-Yves Vuillequez" userId="e7fac481abea6bd0" providerId="LiveId" clId="{79E365E8-22BC-4EC2-9606-9A9AC6CD1D22}" dt="2025-11-20T14:45:35.008" v="3932" actId="1036"/>
          <ac:spMkLst>
            <pc:docMk/>
            <pc:sldMk cId="2290935718" sldId="289"/>
            <ac:spMk id="3" creationId="{4C5F35B7-8579-8AC5-69D7-CBEC39A33F7E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</pc:sldChg>
      <pc:sldChg chg="modSp add del">
        <pc:chgData name="Jean-Yves Vuillequez" userId="e7fac481abea6bd0" providerId="LiveId" clId="{79E365E8-22BC-4EC2-9606-9A9AC6CD1D22}" dt="2025-11-19T18:59:08.937" v="303" actId="47"/>
        <pc:sldMkLst>
          <pc:docMk/>
          <pc:sldMk cId="3738511160" sldId="290"/>
        </pc:sldMkLst>
        <pc:spChg chg="mod">
          <ac:chgData name="Jean-Yves Vuillequez" userId="e7fac481abea6bd0" providerId="LiveId" clId="{79E365E8-22BC-4EC2-9606-9A9AC6CD1D22}" dt="2025-11-19T18:59:02.352" v="301"/>
          <ac:spMkLst>
            <pc:docMk/>
            <pc:sldMk cId="3738511160" sldId="290"/>
            <ac:spMk id="70" creationId="{4B63368A-49D0-EF4C-D66D-6EEF2743BE0B}"/>
          </ac:spMkLst>
        </pc:spChg>
      </pc:sldChg>
      <pc:sldChg chg="addSp delSp modSp add mod">
        <pc:chgData name="Jean-Yves Vuillequez" userId="e7fac481abea6bd0" providerId="LiveId" clId="{79E365E8-22BC-4EC2-9606-9A9AC6CD1D22}" dt="2025-11-20T14:45:38.621" v="3933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mod">
          <ac:chgData name="Jean-Yves Vuillequez" userId="e7fac481abea6bd0" providerId="LiveId" clId="{79E365E8-22BC-4EC2-9606-9A9AC6CD1D22}" dt="2025-11-20T10:29:52.350" v="1653"/>
          <ac:spMkLst>
            <pc:docMk/>
            <pc:sldMk cId="3332770" sldId="291"/>
            <ac:spMk id="3" creationId="{4CE4F7BC-7633-613C-E54B-260F1EA040A9}"/>
          </ac:spMkLst>
        </pc:spChg>
        <pc:spChg chg="add mod">
          <ac:chgData name="Jean-Yves Vuillequez" userId="e7fac481abea6bd0" providerId="LiveId" clId="{79E365E8-22BC-4EC2-9606-9A9AC6CD1D22}" dt="2025-11-20T14:45:38.621" v="3933"/>
          <ac:spMkLst>
            <pc:docMk/>
            <pc:sldMk cId="3332770" sldId="291"/>
            <ac:spMk id="4" creationId="{AE6C0F5D-5C4B-4C9E-FDE6-2854D7F6D149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spChg chg="del mod">
          <ac:chgData name="Jean-Yves Vuillequez" userId="e7fac481abea6bd0" providerId="LiveId" clId="{79E365E8-22BC-4EC2-9606-9A9AC6CD1D22}" dt="2025-11-20T10:24:44.695" v="1443" actId="478"/>
          <ac:spMkLst>
            <pc:docMk/>
            <pc:sldMk cId="3332770" sldId="291"/>
            <ac:spMk id="181" creationId="{8D7506E9-F193-B7D8-1AC3-28B8647B8462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0T20:38:01.208" v="5232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0T15:04:30.018" v="3955" actId="403"/>
          <ac:spMkLst>
            <pc:docMk/>
            <pc:sldMk cId="3315518580" sldId="292"/>
            <ac:spMk id="2" creationId="{6010F8FA-C28E-A43A-D055-D8E240B71778}"/>
          </ac:spMkLst>
        </pc:spChg>
        <pc:spChg chg="add del mod">
          <ac:chgData name="Jean-Yves Vuillequez" userId="e7fac481abea6bd0" providerId="LiveId" clId="{79E365E8-22BC-4EC2-9606-9A9AC6CD1D22}" dt="2025-11-20T11:04:53.802" v="2138" actId="478"/>
          <ac:spMkLst>
            <pc:docMk/>
            <pc:sldMk cId="3315518580" sldId="292"/>
            <ac:spMk id="2" creationId="{7259BD82-4060-5439-0ED6-5BD7288B7E42}"/>
          </ac:spMkLst>
        </pc:spChg>
        <pc:spChg chg="add del mod">
          <ac:chgData name="Jean-Yves Vuillequez" userId="e7fac481abea6bd0" providerId="LiveId" clId="{79E365E8-22BC-4EC2-9606-9A9AC6CD1D22}" dt="2025-11-20T15:05:37.281" v="3956" actId="478"/>
          <ac:spMkLst>
            <pc:docMk/>
            <pc:sldMk cId="3315518580" sldId="292"/>
            <ac:spMk id="3" creationId="{58C7CB4A-9D41-2B2B-3342-5448FB603161}"/>
          </ac:spMkLst>
        </pc:spChg>
        <pc:spChg chg="add mod">
          <ac:chgData name="Jean-Yves Vuillequez" userId="e7fac481abea6bd0" providerId="LiveId" clId="{79E365E8-22BC-4EC2-9606-9A9AC6CD1D22}" dt="2025-11-20T20:36:47.745" v="5218" actId="207"/>
          <ac:spMkLst>
            <pc:docMk/>
            <pc:sldMk cId="3315518580" sldId="292"/>
            <ac:spMk id="3" creationId="{8E129141-57FA-3782-2D29-46A01202FF38}"/>
          </ac:spMkLst>
        </pc:spChg>
        <pc:spChg chg="del mod">
          <ac:chgData name="Jean-Yves Vuillequez" userId="e7fac481abea6bd0" providerId="LiveId" clId="{79E365E8-22BC-4EC2-9606-9A9AC6CD1D22}" dt="2025-11-20T15:06:38.647" v="3967" actId="478"/>
          <ac:spMkLst>
            <pc:docMk/>
            <pc:sldMk cId="3315518580" sldId="292"/>
            <ac:spMk id="4" creationId="{CDF36CC3-8438-C6F0-3E01-EC79EEB762E1}"/>
          </ac:spMkLst>
        </pc:spChg>
        <pc:spChg chg="add">
          <ac:chgData name="Jean-Yves Vuillequez" userId="e7fac481abea6bd0" providerId="LiveId" clId="{79E365E8-22BC-4EC2-9606-9A9AC6CD1D22}" dt="2025-11-20T15:03:44.399" v="3944"/>
          <ac:spMkLst>
            <pc:docMk/>
            <pc:sldMk cId="3315518580" sldId="292"/>
            <ac:spMk id="5" creationId="{C510938D-3C4B-90E8-2CDD-C27A537026B9}"/>
          </ac:spMkLst>
        </pc:spChg>
        <pc:spChg chg="add mod">
          <ac:chgData name="Jean-Yves Vuillequez" userId="e7fac481abea6bd0" providerId="LiveId" clId="{79E365E8-22BC-4EC2-9606-9A9AC6CD1D22}" dt="2025-11-20T15:15:34.139" v="4044" actId="1076"/>
          <ac:spMkLst>
            <pc:docMk/>
            <pc:sldMk cId="3315518580" sldId="292"/>
            <ac:spMk id="6" creationId="{0E35907B-6989-788E-7DC3-A17A61D93F25}"/>
          </ac:spMkLst>
        </pc:spChg>
        <pc:spChg chg="add del mod">
          <ac:chgData name="Jean-Yves Vuillequez" userId="e7fac481abea6bd0" providerId="LiveId" clId="{79E365E8-22BC-4EC2-9606-9A9AC6CD1D22}" dt="2025-11-20T15:06:43.755" v="3968" actId="478"/>
          <ac:spMkLst>
            <pc:docMk/>
            <pc:sldMk cId="3315518580" sldId="292"/>
            <ac:spMk id="8" creationId="{A886364E-1017-D5CA-17FB-D8B8C16382D8}"/>
          </ac:spMkLst>
        </pc:spChg>
        <pc:spChg chg="add mod ord">
          <ac:chgData name="Jean-Yves Vuillequez" userId="e7fac481abea6bd0" providerId="LiveId" clId="{79E365E8-22BC-4EC2-9606-9A9AC6CD1D22}" dt="2025-11-20T20:37:10.457" v="5221" actId="2085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0T15:14:00.013" v="4004" actId="571"/>
          <ac:spMkLst>
            <pc:docMk/>
            <pc:sldMk cId="3315518580" sldId="292"/>
            <ac:spMk id="15" creationId="{B6BC862B-D336-EF9F-B52C-1377736430CA}"/>
          </ac:spMkLst>
        </pc:spChg>
        <pc:spChg chg="add mod">
          <ac:chgData name="Jean-Yves Vuillequez" userId="e7fac481abea6bd0" providerId="LiveId" clId="{79E365E8-22BC-4EC2-9606-9A9AC6CD1D22}" dt="2025-11-20T20:37:00.629" v="5220" actId="208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del mod">
          <ac:chgData name="Jean-Yves Vuillequez" userId="e7fac481abea6bd0" providerId="LiveId" clId="{79E365E8-22BC-4EC2-9606-9A9AC6CD1D22}" dt="2025-11-20T15:12:24.584" v="3988" actId="478"/>
          <ac:grpSpMkLst>
            <pc:docMk/>
            <pc:sldMk cId="3315518580" sldId="292"/>
            <ac:grpSpMk id="10" creationId="{2EE0588F-279B-4A7B-CE56-4AB87368B0E6}"/>
          </ac:grpSpMkLst>
        </pc:grpChg>
        <pc:picChg chg="del mod topLvl">
          <ac:chgData name="Jean-Yves Vuillequez" userId="e7fac481abea6bd0" providerId="LiveId" clId="{79E365E8-22BC-4EC2-9606-9A9AC6CD1D22}" dt="2025-11-20T15:12:24.584" v="3988" actId="478"/>
          <ac:picMkLst>
            <pc:docMk/>
            <pc:sldMk cId="3315518580" sldId="292"/>
            <ac:picMk id="12" creationId="{53E4A8FE-12C3-8F56-40E1-7C0F82EF5CE6}"/>
          </ac:picMkLst>
        </pc:pic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del mod">
          <ac:chgData name="Jean-Yves Vuillequez" userId="e7fac481abea6bd0" providerId="LiveId" clId="{79E365E8-22BC-4EC2-9606-9A9AC6CD1D22}" dt="2025-11-20T13:17:32.132" v="3147" actId="478"/>
          <ac:picMkLst>
            <pc:docMk/>
            <pc:sldMk cId="1155304805" sldId="293"/>
            <ac:picMk id="4" creationId="{36C1F654-2CEE-E31C-95BA-31F62FC4CDCF}"/>
          </ac:picMkLst>
        </pc:picChg>
        <pc:picChg chg="add del mod">
          <ac:chgData name="Jean-Yves Vuillequez" userId="e7fac481abea6bd0" providerId="LiveId" clId="{79E365E8-22BC-4EC2-9606-9A9AC6CD1D22}" dt="2025-11-20T13:18:00.027" v="3153" actId="478"/>
          <ac:picMkLst>
            <pc:docMk/>
            <pc:sldMk cId="1155304805" sldId="293"/>
            <ac:picMk id="7" creationId="{49E48C19-93C5-CFB0-CFF4-150E5294188A}"/>
          </ac:picMkLst>
        </pc:pic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  <pc:picChg chg="del mod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4" creationId="{578D533D-4FAD-0F5D-DCFE-5888DF5D5256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6" creationId="{7A80205B-455A-41F5-A7F0-3EE2C0D01BE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1" creationId="{CE35D7BC-D1EA-2A0E-729A-95E5CBE9EF6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4" creationId="{B969A3D5-D60C-779A-557D-97AECC7C5017}"/>
          </ac:picMkLst>
        </pc:picChg>
      </pc:sldChg>
      <pc:sldChg chg="modSp add del mod">
        <pc:chgData name="Jean-Yves Vuillequez" userId="e7fac481abea6bd0" providerId="LiveId" clId="{79E365E8-22BC-4EC2-9606-9A9AC6CD1D22}" dt="2025-11-20T16:04:19.173" v="4514" actId="47"/>
        <pc:sldMkLst>
          <pc:docMk/>
          <pc:sldMk cId="2917870942" sldId="294"/>
        </pc:sldMkLst>
        <pc:spChg chg="mod">
          <ac:chgData name="Jean-Yves Vuillequez" userId="e7fac481abea6bd0" providerId="LiveId" clId="{79E365E8-22BC-4EC2-9606-9A9AC6CD1D22}" dt="2025-11-20T16:04:10.438" v="4513" actId="20577"/>
          <ac:spMkLst>
            <pc:docMk/>
            <pc:sldMk cId="2917870942" sldId="294"/>
            <ac:spMk id="70" creationId="{B59C9D11-77CC-CBCA-D2BE-FD1CB6ED9BAC}"/>
          </ac:spMkLst>
        </pc:spChg>
      </pc:sldChg>
      <pc:sldChg chg="modSp add mod">
        <pc:chgData name="Jean-Yves Vuillequez" userId="e7fac481abea6bd0" providerId="LiveId" clId="{79E365E8-22BC-4EC2-9606-9A9AC6CD1D22}" dt="2025-11-20T16:41:47.501" v="4741" actId="113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</pc:sldChg>
      <pc:sldChg chg="modSp add mod">
        <pc:chgData name="Jean-Yves Vuillequez" userId="e7fac481abea6bd0" providerId="LiveId" clId="{79E365E8-22BC-4EC2-9606-9A9AC6CD1D22}" dt="2025-11-20T20:45:26.230" v="5250" actId="20577"/>
        <pc:sldMkLst>
          <pc:docMk/>
          <pc:sldMk cId="2817282669" sldId="295"/>
        </pc:sldMkLst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0T20:45:26.230" v="5250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modSp add mod">
        <pc:chgData name="Jean-Yves Vuillequez" userId="e7fac481abea6bd0" providerId="LiveId" clId="{79E365E8-22BC-4EC2-9606-9A9AC6CD1D22}" dt="2025-11-20T16:41:57.627" v="4743" actId="113"/>
        <pc:sldMkLst>
          <pc:docMk/>
          <pc:sldMk cId="2552402859" sldId="296"/>
        </pc:sldMkLst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0T16:29:44.257" v="4737" actId="14100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Xxxxxxx</a:t>
            </a: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XXXXXXXX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 err="1"/>
              <a:t>Xxxxxxx</a:t>
            </a:r>
            <a:r>
              <a:rPr lang="fr-FR" dirty="0"/>
              <a:t>  XXXXXXXX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84C75A5D-5A8E-E656-FAD3-37CEBF0CBDC6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Anticiper</a:t>
            </a:r>
            <a:r>
              <a:rPr lang="fr-FR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 dirty="0"/>
              <a:t>API et</a:t>
            </a:r>
          </a:p>
          <a:p>
            <a:pPr marL="158750" indent="0" algn="ctr">
              <a:buNone/>
            </a:pPr>
            <a:r>
              <a:rPr lang="fr-FR" sz="9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34095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suivi du modèle</a:t>
            </a:r>
            <a:endParaRPr lang="fr-FR" sz="9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/>
              <a:t>Préparation et </a:t>
            </a:r>
          </a:p>
          <a:p>
            <a:pPr marL="158750" indent="0" algn="ctr">
              <a:buNone/>
            </a:pPr>
            <a:r>
              <a:rPr lang="fr-FR" sz="900" b="1"/>
              <a:t>nettoyage</a:t>
            </a:r>
            <a:endParaRPr lang="fr-FR" sz="900" b="1" dirty="0"/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8423" y="2495311"/>
            <a:ext cx="821560" cy="593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49208" y="2694398"/>
            <a:ext cx="1060915" cy="237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Collecte des données</a:t>
            </a:r>
            <a:endParaRPr lang="fr-FR" sz="900" kern="1200" dirty="0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71109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896915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69399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899354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8903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4143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23613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19292" y="2618880"/>
            <a:ext cx="1796425" cy="1870262"/>
          </a:xfrm>
          <a:prstGeom prst="roundRect">
            <a:avLst/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1942901F-9902-04A0-3544-E014B88B92FF}"/>
              </a:ext>
            </a:extLst>
          </p:cNvPr>
          <p:cNvGrpSpPr/>
          <p:nvPr/>
        </p:nvGrpSpPr>
        <p:grpSpPr>
          <a:xfrm>
            <a:off x="246312" y="1458686"/>
            <a:ext cx="2046825" cy="3272971"/>
            <a:chOff x="246312" y="1458686"/>
            <a:chExt cx="2046825" cy="3272971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765455" y="1652962"/>
              <a:ext cx="381317" cy="3936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583256" y="1682497"/>
              <a:ext cx="792868" cy="332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58501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246312" y="2674581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2922466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246312" y="3396825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4" y="363415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246312" y="410851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cxnSp>
          <p:nvCxnSpPr>
            <p:cNvPr id="75" name="Connecteur droit avec flèche 74">
              <a:extLst>
                <a:ext uri="{FF2B5EF4-FFF2-40B4-BE49-F238E27FC236}">
                  <a16:creationId xmlns:a16="http://schemas.microsoft.com/office/drawing/2014/main" id="{EA2D8E70-0E38-6F85-C46D-473AA9425B34}"/>
                </a:ext>
              </a:extLst>
            </p:cNvPr>
            <p:cNvCxnSpPr>
              <a:cxnSpLocks/>
              <a:stCxn id="1028" idx="3"/>
              <a:endCxn id="1026" idx="1"/>
            </p:cNvCxnSpPr>
            <p:nvPr/>
          </p:nvCxnSpPr>
          <p:spPr>
            <a:xfrm>
              <a:off x="1376124" y="1848815"/>
              <a:ext cx="389331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106" idx="2"/>
            <a:endCxn id="2097" idx="3"/>
          </p:cNvCxnSpPr>
          <p:nvPr/>
        </p:nvCxnSpPr>
        <p:spPr>
          <a:xfrm rot="5400000" flipH="1" flipV="1">
            <a:off x="5499377" y="1796203"/>
            <a:ext cx="1021775" cy="4422698"/>
          </a:xfrm>
          <a:prstGeom prst="bentConnector4">
            <a:avLst>
              <a:gd name="adj1" fmla="val -22373"/>
              <a:gd name="adj2" fmla="val 105169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>
            <a:off x="5415383" y="2302794"/>
            <a:ext cx="2122" cy="316086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stCxn id="53" idx="3"/>
            <a:endCxn id="43" idx="0"/>
          </p:cNvCxnSpPr>
          <p:nvPr/>
        </p:nvCxnSpPr>
        <p:spPr>
          <a:xfrm>
            <a:off x="6315717" y="3554011"/>
            <a:ext cx="507811" cy="39681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24204" y="3572509"/>
            <a:ext cx="855" cy="28957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1074" idx="2"/>
            <a:endCxn id="43" idx="3"/>
          </p:cNvCxnSpPr>
          <p:nvPr/>
        </p:nvCxnSpPr>
        <p:spPr>
          <a:xfrm rot="5400000">
            <a:off x="7078558" y="3733110"/>
            <a:ext cx="518484" cy="4629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2CB2D600-7028-C267-C7F2-4B9481AE645B}"/>
              </a:ext>
            </a:extLst>
          </p:cNvPr>
          <p:cNvGrpSpPr/>
          <p:nvPr/>
        </p:nvGrpSpPr>
        <p:grpSpPr>
          <a:xfrm>
            <a:off x="1142991" y="1458686"/>
            <a:ext cx="3235914" cy="3272971"/>
            <a:chOff x="1142991" y="1458686"/>
            <a:chExt cx="3235914" cy="3272971"/>
          </a:xfrm>
        </p:grpSpPr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AA62D0C-7533-F64F-5205-AC2C6EB164F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72" t="16968" r="15985" b="15970"/>
            <a:stretch>
              <a:fillRect/>
            </a:stretch>
          </p:blipFill>
          <p:spPr bwMode="auto">
            <a:xfrm>
              <a:off x="2696327" y="1707018"/>
              <a:ext cx="277594" cy="2835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66BE5478-2C49-E651-22DF-909C00CA75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9783" y="2328613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469509"/>
              <a:ext cx="1776005" cy="2957143"/>
            </a:xfrm>
            <a:prstGeom prst="roundRect">
              <a:avLst/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1740FD3C-BB82-E8E4-4341-9F9B0A291611}"/>
                </a:ext>
              </a:extLst>
            </p:cNvPr>
            <p:cNvCxnSpPr>
              <a:cxnSpLocks/>
              <a:stCxn id="1026" idx="3"/>
              <a:endCxn id="1032" idx="1"/>
            </p:cNvCxnSpPr>
            <p:nvPr/>
          </p:nvCxnSpPr>
          <p:spPr>
            <a:xfrm flipV="1">
              <a:off x="2146772" y="1848815"/>
              <a:ext cx="549555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Picture 2">
              <a:extLst>
                <a:ext uri="{FF2B5EF4-FFF2-40B4-BE49-F238E27FC236}">
                  <a16:creationId xmlns:a16="http://schemas.microsoft.com/office/drawing/2014/main" id="{26F3760A-01F7-627E-27AC-B1F00D3B52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78283" y="1676305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2">
              <a:extLst>
                <a:ext uri="{FF2B5EF4-FFF2-40B4-BE49-F238E27FC236}">
                  <a16:creationId xmlns:a16="http://schemas.microsoft.com/office/drawing/2014/main" id="{B33DCAA7-8CDF-83ED-2AFC-66875EDF4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4720" y="2990820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" name="Picture 2">
              <a:extLst>
                <a:ext uri="{FF2B5EF4-FFF2-40B4-BE49-F238E27FC236}">
                  <a16:creationId xmlns:a16="http://schemas.microsoft.com/office/drawing/2014/main" id="{30EDEF50-F042-0782-1F82-E1015B7ED2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39191" y="3703859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364720" y="4265830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7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7166" y="4032093"/>
              <a:ext cx="347790" cy="416048"/>
            </a:xfrm>
            <a:prstGeom prst="rect">
              <a:avLst/>
            </a:prstGeom>
          </p:spPr>
        </p:pic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67D61FBD-E531-1326-0C48-8BF9669015EF}"/>
                </a:ext>
              </a:extLst>
            </p:cNvPr>
            <p:cNvCxnSpPr>
              <a:cxnSpLocks/>
              <a:stCxn id="1030" idx="3"/>
              <a:endCxn id="2050" idx="1"/>
            </p:cNvCxnSpPr>
            <p:nvPr/>
          </p:nvCxnSpPr>
          <p:spPr>
            <a:xfrm flipV="1">
              <a:off x="1142997" y="2501110"/>
              <a:ext cx="2226786" cy="370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cteur droit avec flèche 113">
              <a:extLst>
                <a:ext uri="{FF2B5EF4-FFF2-40B4-BE49-F238E27FC236}">
                  <a16:creationId xmlns:a16="http://schemas.microsoft.com/office/drawing/2014/main" id="{D838041E-F078-6C94-A2B0-03079C59425A}"/>
                </a:ext>
              </a:extLst>
            </p:cNvPr>
            <p:cNvCxnSpPr>
              <a:cxnSpLocks/>
              <a:stCxn id="65" idx="3"/>
              <a:endCxn id="103" idx="1"/>
            </p:cNvCxnSpPr>
            <p:nvPr/>
          </p:nvCxnSpPr>
          <p:spPr>
            <a:xfrm flipV="1">
              <a:off x="1142993" y="3163317"/>
              <a:ext cx="2221727" cy="2128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eur droit avec flèche 118">
              <a:extLst>
                <a:ext uri="{FF2B5EF4-FFF2-40B4-BE49-F238E27FC236}">
                  <a16:creationId xmlns:a16="http://schemas.microsoft.com/office/drawing/2014/main" id="{71456FE5-64C3-8B7D-7CCF-34EA9321C3CA}"/>
                </a:ext>
              </a:extLst>
            </p:cNvPr>
            <p:cNvCxnSpPr>
              <a:cxnSpLocks/>
              <a:stCxn id="68" idx="3"/>
              <a:endCxn id="104" idx="1"/>
            </p:cNvCxnSpPr>
            <p:nvPr/>
          </p:nvCxnSpPr>
          <p:spPr>
            <a:xfrm flipV="1">
              <a:off x="1142991" y="3876356"/>
              <a:ext cx="2196200" cy="782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3" name="Image 122">
              <a:extLst>
                <a:ext uri="{FF2B5EF4-FFF2-40B4-BE49-F238E27FC236}">
                  <a16:creationId xmlns:a16="http://schemas.microsoft.com/office/drawing/2014/main" id="{D715FB7A-A546-1D86-6C47-6E592D4CF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40" y="222169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4" name="Image 123">
              <a:extLst>
                <a:ext uri="{FF2B5EF4-FFF2-40B4-BE49-F238E27FC236}">
                  <a16:creationId xmlns:a16="http://schemas.microsoft.com/office/drawing/2014/main" id="{C5293EF4-20E0-DF10-D159-DD1506BA90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16145" y="2905022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5" name="Image 124">
              <a:extLst>
                <a:ext uri="{FF2B5EF4-FFF2-40B4-BE49-F238E27FC236}">
                  <a16:creationId xmlns:a16="http://schemas.microsoft.com/office/drawing/2014/main" id="{33AAD6E8-755C-ADC6-DD82-513A7A7A0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23" y="359367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6" name="Image 125">
              <a:extLst>
                <a:ext uri="{FF2B5EF4-FFF2-40B4-BE49-F238E27FC236}">
                  <a16:creationId xmlns:a16="http://schemas.microsoft.com/office/drawing/2014/main" id="{CDFE02BC-1F91-5E6A-387E-5166BAEB4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24300" y="1569286"/>
              <a:ext cx="277668" cy="193267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2055" name="Connecteur droit avec flèche 2054">
              <a:extLst>
                <a:ext uri="{FF2B5EF4-FFF2-40B4-BE49-F238E27FC236}">
                  <a16:creationId xmlns:a16="http://schemas.microsoft.com/office/drawing/2014/main" id="{87E620DB-CBC1-5464-4E1E-A4B454C8BE5D}"/>
                </a:ext>
              </a:extLst>
            </p:cNvPr>
            <p:cNvCxnSpPr>
              <a:cxnSpLocks/>
              <a:stCxn id="1032" idx="3"/>
              <a:endCxn id="102" idx="1"/>
            </p:cNvCxnSpPr>
            <p:nvPr/>
          </p:nvCxnSpPr>
          <p:spPr>
            <a:xfrm flipV="1">
              <a:off x="2973921" y="1848802"/>
              <a:ext cx="404362" cy="13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1325" y="2460200"/>
            <a:ext cx="519001" cy="6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18688FD-4D2F-7A63-8807-ABB66A2C4089}"/>
              </a:ext>
            </a:extLst>
          </p:cNvPr>
          <p:cNvGrpSpPr/>
          <p:nvPr/>
        </p:nvGrpSpPr>
        <p:grpSpPr>
          <a:xfrm>
            <a:off x="6540706" y="1351552"/>
            <a:ext cx="1680908" cy="3145228"/>
            <a:chOff x="6540706" y="1351552"/>
            <a:chExt cx="1680908" cy="3145228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51687" y="1351552"/>
              <a:ext cx="872238" cy="6886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783" t="15290" r="14205" b="17134"/>
            <a:stretch>
              <a:fillRect/>
            </a:stretch>
          </p:blipFill>
          <p:spPr bwMode="auto">
            <a:xfrm>
              <a:off x="6540706" y="3950826"/>
              <a:ext cx="565643" cy="5459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1968834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026312"/>
              <a:ext cx="115633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EDA </a:t>
              </a:r>
            </a:p>
            <a:p>
              <a:pPr algn="ctr"/>
              <a:r>
                <a:rPr lang="fr-FR" sz="8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6981071" y="2960216"/>
              <a:ext cx="113587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75570"/>
              <a:ext cx="11563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PREDICT </a:t>
              </a:r>
            </a:p>
            <a:p>
              <a:pPr algn="ctr"/>
              <a:r>
                <a:rPr lang="fr-FR" sz="8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955001" y="1904349"/>
              <a:ext cx="1228499" cy="1800970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97" name="Rectangle 2096">
              <a:extLst>
                <a:ext uri="{FF2B5EF4-FFF2-40B4-BE49-F238E27FC236}">
                  <a16:creationId xmlns:a16="http://schemas.microsoft.com/office/drawing/2014/main" id="{ADF20F1D-E32A-83D7-1C9F-ED56E1ADF5A6}"/>
                </a:ext>
              </a:extLst>
            </p:cNvPr>
            <p:cNvSpPr/>
            <p:nvPr/>
          </p:nvSpPr>
          <p:spPr>
            <a:xfrm>
              <a:off x="7859073" y="3333557"/>
              <a:ext cx="362541" cy="32621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183500" y="2804834"/>
            <a:ext cx="287825" cy="136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17A2B2F0-AB99-333B-30C9-EC04234D17C0}"/>
              </a:ext>
            </a:extLst>
          </p:cNvPr>
          <p:cNvGrpSpPr/>
          <p:nvPr/>
        </p:nvGrpSpPr>
        <p:grpSpPr>
          <a:xfrm>
            <a:off x="4233111" y="1458686"/>
            <a:ext cx="2217817" cy="3272971"/>
            <a:chOff x="4233111" y="1458686"/>
            <a:chExt cx="2217817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4F3950E-A273-3885-0546-EA789FEF3AD4}"/>
                </a:ext>
              </a:extLst>
            </p:cNvPr>
            <p:cNvGrpSpPr/>
            <p:nvPr/>
          </p:nvGrpSpPr>
          <p:grpSpPr>
            <a:xfrm>
              <a:off x="4233111" y="1495363"/>
              <a:ext cx="1800211" cy="807431"/>
              <a:chOff x="4233111" y="1495363"/>
              <a:chExt cx="1800211" cy="807431"/>
            </a:xfrm>
          </p:grpSpPr>
          <p:sp>
            <p:nvSpPr>
              <p:cNvPr id="46" name="Rectangle : coins arrondis 45">
                <a:extLst>
                  <a:ext uri="{FF2B5EF4-FFF2-40B4-BE49-F238E27FC236}">
                    <a16:creationId xmlns:a16="http://schemas.microsoft.com/office/drawing/2014/main" id="{E433E364-4228-6856-536E-34873F6A6DC3}"/>
                  </a:ext>
                </a:extLst>
              </p:cNvPr>
              <p:cNvSpPr/>
              <p:nvPr/>
            </p:nvSpPr>
            <p:spPr>
              <a:xfrm>
                <a:off x="4797443" y="1718594"/>
                <a:ext cx="1235879" cy="5842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1034" name="Picture 10">
                <a:extLst>
                  <a:ext uri="{FF2B5EF4-FFF2-40B4-BE49-F238E27FC236}">
                    <a16:creationId xmlns:a16="http://schemas.microsoft.com/office/drawing/2014/main" id="{748B16F9-6C53-91C1-4712-424BF6CE89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95812" y="1495363"/>
                <a:ext cx="506762" cy="5067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682088E1-064C-5214-7A97-A059E4869B55}"/>
                  </a:ext>
                </a:extLst>
              </p:cNvPr>
              <p:cNvSpPr txBox="1"/>
              <p:nvPr/>
            </p:nvSpPr>
            <p:spPr>
              <a:xfrm>
                <a:off x="4900942" y="1841943"/>
                <a:ext cx="10796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800" b="1" dirty="0"/>
                  <a:t>Entraînement du modèle</a:t>
                </a:r>
              </a:p>
            </p:txBody>
          </p:sp>
          <p:cxnSp>
            <p:nvCxnSpPr>
              <p:cNvPr id="108" name="Connecteur droit avec flèche 107">
                <a:extLst>
                  <a:ext uri="{FF2B5EF4-FFF2-40B4-BE49-F238E27FC236}">
                    <a16:creationId xmlns:a16="http://schemas.microsoft.com/office/drawing/2014/main" id="{8FC538F3-E888-6C1B-940B-D6B968D8FC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33111" y="2035648"/>
                <a:ext cx="551235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7" grpId="0" animBg="1"/>
      <p:bldP spid="48" grpId="0"/>
      <p:bldP spid="49" grpId="0" animBg="1"/>
      <p:bldP spid="50" grpId="0"/>
      <p:bldP spid="52" grpId="0" animBg="1"/>
      <p:bldP spid="5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>
            <a:extLst>
              <a:ext uri="{FF2B5EF4-FFF2-40B4-BE49-F238E27FC236}">
                <a16:creationId xmlns:a16="http://schemas.microsoft.com/office/drawing/2014/main" id="{5B35C8BD-B301-3C0E-2AF6-DBB412DE2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C5F35B7-8579-8AC5-69D7-CBEC39A33F7E}"/>
              </a:ext>
            </a:extLst>
          </p:cNvPr>
          <p:cNvSpPr txBox="1"/>
          <p:nvPr/>
        </p:nvSpPr>
        <p:spPr>
          <a:xfrm rot="1388443">
            <a:off x="4673601" y="228571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Google Shape;181;p8">
            <a:extLst>
              <a:ext uri="{FF2B5EF4-FFF2-40B4-BE49-F238E27FC236}">
                <a16:creationId xmlns:a16="http://schemas.microsoft.com/office/drawing/2014/main" id="{4CE4F7BC-7633-613C-E54B-260F1EA040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6C0F5D-5C4B-4C9E-FDE6-2854D7F6D149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Visibilité sur 3 jours</a:t>
            </a:r>
            <a:r>
              <a:rPr lang="fr-FR" dirty="0"/>
              <a:t>, permettant une 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Détection proactive des pics et creux</a:t>
            </a:r>
            <a:r>
              <a:rPr lang="fr-FR" dirty="0"/>
              <a:t>, contribuant à un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Analyse régionale précise</a:t>
            </a:r>
            <a:r>
              <a:rPr lang="fr-FR" dirty="0"/>
              <a:t>, facilitant la 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Outil d’aide à la décision simple, clair et directement exploitable</a:t>
            </a:r>
            <a:endParaRPr lang="fr-FR" dirty="0"/>
          </a:p>
          <a:p>
            <a:pPr>
              <a:spcBef>
                <a:spcPts val="300"/>
              </a:spcBef>
              <a:buClrTx/>
              <a:defRPr/>
            </a:pPr>
            <a:endParaRPr lang="fr-FR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Passage en temps réel</a:t>
            </a:r>
            <a:r>
              <a:rPr lang="fr-FR" dirty="0"/>
              <a:t> des données et des prévisions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Ajout d’une prévision </a:t>
            </a:r>
            <a:r>
              <a:rPr lang="fr-FR" b="1" dirty="0" err="1"/>
              <a:t>intraday</a:t>
            </a:r>
            <a:r>
              <a:rPr lang="fr-FR" dirty="0"/>
              <a:t>, appuyée sur les données RTE mises à jour toutes les 30 minutes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b="1" dirty="0"/>
              <a:t>Enrichissement par données satellitaires avancées</a:t>
            </a:r>
            <a:r>
              <a:rPr lang="fr-FR" dirty="0"/>
              <a:t> (nuages, albédo, couverture atmosphérique)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sp>
        <p:nvSpPr>
          <p:cNvPr id="16" name="Ellipse 15">
            <a:extLst>
              <a:ext uri="{FF2B5EF4-FFF2-40B4-BE49-F238E27FC236}">
                <a16:creationId xmlns:a16="http://schemas.microsoft.com/office/drawing/2014/main" id="{5F896893-885B-D70B-25B5-CAABE54E0893}"/>
              </a:ext>
            </a:extLst>
          </p:cNvPr>
          <p:cNvSpPr/>
          <p:nvPr/>
        </p:nvSpPr>
        <p:spPr>
          <a:xfrm>
            <a:off x="4647650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6EC7C46-975B-FBFB-4AEA-EBA9F7AF7291}"/>
              </a:ext>
            </a:extLst>
          </p:cNvPr>
          <p:cNvSpPr txBox="1"/>
          <p:nvPr/>
        </p:nvSpPr>
        <p:spPr>
          <a:xfrm>
            <a:off x="4647650" y="1134365"/>
            <a:ext cx="1522339" cy="43088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050" b="1" dirty="0" err="1">
                <a:solidFill>
                  <a:srgbClr val="FF0000"/>
                </a:solidFill>
              </a:rPr>
              <a:t>What’s</a:t>
            </a:r>
            <a:endParaRPr lang="fr-FR" sz="1050" b="1" dirty="0">
              <a:solidFill>
                <a:srgbClr val="FF0000"/>
              </a:solidFill>
            </a:endParaRPr>
          </a:p>
          <a:p>
            <a:r>
              <a:rPr lang="fr-FR" sz="1050" b="1" dirty="0" err="1">
                <a:solidFill>
                  <a:srgbClr val="FF0000"/>
                </a:solidFill>
              </a:rPr>
              <a:t>next</a:t>
            </a:r>
            <a:r>
              <a:rPr lang="fr-FR" sz="1050" b="1" dirty="0">
                <a:solidFill>
                  <a:srgbClr val="FF0000"/>
                </a:solidFill>
              </a:rPr>
              <a:t> ?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4458214" y="2568491"/>
            <a:ext cx="418726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16" grpId="0" animBg="1"/>
      <p:bldP spid="9" grpId="0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/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959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12335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Feature eng.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Modélisation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À faire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871</TotalTime>
  <Words>1296</Words>
  <Application>Microsoft Office PowerPoint</Application>
  <PresentationFormat>Affichage à l'écran (16:9)</PresentationFormat>
  <Paragraphs>333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16</vt:i4>
      </vt:variant>
    </vt:vector>
  </HeadingPairs>
  <TitlesOfParts>
    <vt:vector size="24" baseType="lpstr">
      <vt:lpstr>Arial</vt:lpstr>
      <vt:lpstr>Inter Medium</vt:lpstr>
      <vt:lpstr>Inter SemiBold</vt:lpstr>
      <vt:lpstr>Inter</vt:lpstr>
      <vt:lpstr>Wingdings</vt:lpstr>
      <vt:lpstr>Calibri</vt:lpstr>
      <vt:lpstr>Simple Light</vt:lpstr>
      <vt:lpstr>1_Simple Light</vt:lpstr>
      <vt:lpstr>Optimisation du mix énergétique</vt:lpstr>
      <vt:lpstr>Group members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2</cp:revision>
  <dcterms:modified xsi:type="dcterms:W3CDTF">2025-11-20T20:45:51Z</dcterms:modified>
</cp:coreProperties>
</file>