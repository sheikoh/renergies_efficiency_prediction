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20"/>
  </p:notesMasterIdLst>
  <p:sldIdLst>
    <p:sldId id="256" r:id="rId3"/>
    <p:sldId id="263" r:id="rId4"/>
    <p:sldId id="264" r:id="rId5"/>
    <p:sldId id="287" r:id="rId6"/>
    <p:sldId id="286" r:id="rId7"/>
    <p:sldId id="274" r:id="rId8"/>
    <p:sldId id="270" r:id="rId9"/>
    <p:sldId id="293" r:id="rId10"/>
    <p:sldId id="289" r:id="rId11"/>
    <p:sldId id="291" r:id="rId12"/>
    <p:sldId id="292" r:id="rId13"/>
    <p:sldId id="271" r:id="rId14"/>
    <p:sldId id="273" r:id="rId15"/>
    <p:sldId id="275" r:id="rId16"/>
    <p:sldId id="294" r:id="rId17"/>
    <p:sldId id="295" r:id="rId18"/>
    <p:sldId id="296" r:id="rId19"/>
  </p:sldIdLst>
  <p:sldSz cx="9144000" cy="5143500" type="screen16x9"/>
  <p:notesSz cx="6858000" cy="9144000"/>
  <p:embeddedFontLst>
    <p:embeddedFont>
      <p:font typeface="Inter" panose="020B0604020202020204" charset="0"/>
      <p:regular r:id="rId21"/>
      <p:bold r:id="rId22"/>
      <p:italic r:id="rId23"/>
      <p:boldItalic r:id="rId24"/>
    </p:embeddedFont>
    <p:embeddedFont>
      <p:font typeface="Inter Medium" panose="020B0604020202020204" charset="0"/>
      <p:regular r:id="rId25"/>
      <p:bold r:id="rId26"/>
      <p:italic r:id="rId27"/>
      <p:boldItalic r:id="rId28"/>
    </p:embeddedFont>
    <p:embeddedFont>
      <p:font typeface="Inter SemiBold" panose="020B060402020202020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80"/>
    <a:srgbClr val="B266FF"/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2111" dt="2025-11-22T18:31:07.1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663" autoAdjust="0"/>
  </p:normalViewPr>
  <p:slideViewPr>
    <p:cSldViewPr snapToGrid="0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6.fntdata"/><Relationship Id="rId21" Type="http://schemas.openxmlformats.org/officeDocument/2006/relationships/font" Target="fonts/font1.fntdata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5.fntdata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1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23T09:52:32.533" v="7718" actId="1037"/>
      <pc:docMkLst>
        <pc:docMk/>
      </pc:docMkLst>
      <pc:sldChg chg="modSp mod">
        <pc:chgData name="Jean-Yves Vuillequez" userId="e7fac481abea6bd0" providerId="LiveId" clId="{79E365E8-22BC-4EC2-9606-9A9AC6CD1D22}" dt="2025-11-20T10:46:33.143" v="1845" actId="1076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20T10:46:27.739" v="1844" actId="14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0T10:46:33.143" v="1845" actId="1076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add del mod">
        <pc:chgData name="Jean-Yves Vuillequez" userId="e7fac481abea6bd0" providerId="LiveId" clId="{79E365E8-22BC-4EC2-9606-9A9AC6CD1D22}" dt="2025-11-21T14:09:00.301" v="6869" actId="478"/>
        <pc:sldMkLst>
          <pc:docMk/>
          <pc:sldMk cId="0" sldId="263"/>
        </pc:sldMkLst>
        <pc:spChg chg="mod">
          <ac:chgData name="Jean-Yves Vuillequez" userId="e7fac481abea6bd0" providerId="LiveId" clId="{79E365E8-22BC-4EC2-9606-9A9AC6CD1D22}" dt="2025-11-21T09:41:42.184" v="5752" actId="313"/>
          <ac:spMkLst>
            <pc:docMk/>
            <pc:sldMk cId="0" sldId="263"/>
            <ac:spMk id="61" creationId="{00000000-0000-0000-0000-000000000000}"/>
          </ac:spMkLst>
        </pc:spChg>
        <pc:picChg chg="add mod ord">
          <ac:chgData name="Jean-Yves Vuillequez" userId="e7fac481abea6bd0" providerId="LiveId" clId="{79E365E8-22BC-4EC2-9606-9A9AC6CD1D22}" dt="2025-11-21T14:08:57.605" v="6868" actId="167"/>
          <ac:picMkLst>
            <pc:docMk/>
            <pc:sldMk cId="0" sldId="263"/>
            <ac:picMk id="4" creationId="{EC609326-E74D-C852-5772-0AF47814B3FA}"/>
          </ac:picMkLst>
        </pc:picChg>
      </pc:sldChg>
      <pc:sldChg chg="addSp delSp modSp add mod delAnim modAnim">
        <pc:chgData name="Jean-Yves Vuillequez" userId="e7fac481abea6bd0" providerId="LiveId" clId="{79E365E8-22BC-4EC2-9606-9A9AC6CD1D22}" dt="2025-11-21T15:21:22.933" v="7153"/>
        <pc:sldMkLst>
          <pc:docMk/>
          <pc:sldMk cId="0" sldId="264"/>
        </pc:sldMkLst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0" creationId="{969F6912-24B4-86C3-A9BD-63A0B3EECE8F}"/>
          </ac:spMkLst>
        </pc:spChg>
        <pc:spChg chg="add mod or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5" creationId="{F7BD46E7-960E-9FE8-AF1D-540B63B6E3BD}"/>
          </ac:spMkLst>
        </pc:spChg>
        <pc:spChg chg="add mod">
          <ac:chgData name="Jean-Yves Vuillequez" userId="e7fac481abea6bd0" providerId="LiveId" clId="{79E365E8-22BC-4EC2-9606-9A9AC6CD1D22}" dt="2025-11-21T15:21:19.061" v="7152" actId="1076"/>
          <ac:spMkLst>
            <pc:docMk/>
            <pc:sldMk cId="0" sldId="264"/>
            <ac:spMk id="16" creationId="{FD00A647-A6B0-BAD9-4462-05B36C528950}"/>
          </ac:spMkLst>
        </pc:spChg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7" creationId="{CA110F94-5779-164B-A681-281821A7140F}"/>
          </ac:spMkLst>
        </pc:spChg>
        <pc:spChg chg="add mod">
          <ac:chgData name="Jean-Yves Vuillequez" userId="e7fac481abea6bd0" providerId="LiveId" clId="{79E365E8-22BC-4EC2-9606-9A9AC6CD1D22}" dt="2025-11-21T12:16:37.075" v="6161" actId="1076"/>
          <ac:spMkLst>
            <pc:docMk/>
            <pc:sldMk cId="0" sldId="264"/>
            <ac:spMk id="19" creationId="{A3387E01-D8D0-5ADA-D534-65D80A3C2F5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0" creationId="{027ADA1A-FB26-718D-5918-4A696CD7FAD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2" creationId="{9A64202F-AFAE-5CDF-BC8D-5777C30A07CB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3" creationId="{56B8B58A-AB16-FC6C-4248-7061947495FF}"/>
          </ac:spMkLst>
        </pc:spChg>
        <pc:spChg chg="add mod">
          <ac:chgData name="Jean-Yves Vuillequez" userId="e7fac481abea6bd0" providerId="LiveId" clId="{79E365E8-22BC-4EC2-9606-9A9AC6CD1D22}" dt="2025-11-21T12:05:04.372" v="6151" actId="20577"/>
          <ac:spMkLst>
            <pc:docMk/>
            <pc:sldMk cId="0" sldId="264"/>
            <ac:spMk id="24" creationId="{3F9732E3-4982-9D73-E53B-ED7124F0A415}"/>
          </ac:spMkLst>
        </pc:spChg>
        <pc:spChg chg="mod">
          <ac:chgData name="Jean-Yves Vuillequez" userId="e7fac481abea6bd0" providerId="LiveId" clId="{79E365E8-22BC-4EC2-9606-9A9AC6CD1D22}" dt="2025-11-21T12:06:38.436" v="6160" actId="108"/>
          <ac:spMkLst>
            <pc:docMk/>
            <pc:sldMk cId="0" sldId="264"/>
            <ac:spMk id="70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1T12:00:47.233" v="6073" actId="1076"/>
          <ac:spMkLst>
            <pc:docMk/>
            <pc:sldMk cId="0" sldId="264"/>
            <ac:spMk id="73" creationId="{00000000-0000-0000-0000-000000000000}"/>
          </ac:spMkLst>
        </pc:spChg>
      </pc:sldChg>
      <pc:sldChg chg="addSp delSp modSp mod modAnim">
        <pc:chgData name="Jean-Yves Vuillequez" userId="e7fac481abea6bd0" providerId="LiveId" clId="{79E365E8-22BC-4EC2-9606-9A9AC6CD1D22}" dt="2025-11-20T20:36:02.952" v="5213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20T13:25:35.424" v="3240" actId="1076"/>
          <ac:spMkLst>
            <pc:docMk/>
            <pc:sldMk cId="0" sldId="270"/>
            <ac:spMk id="2" creationId="{A8AF3C33-4A88-5872-EAED-84B597DDCB98}"/>
          </ac:spMkLst>
        </pc:spChg>
        <pc:spChg chg="add mod">
          <ac:chgData name="Jean-Yves Vuillequez" userId="e7fac481abea6bd0" providerId="LiveId" clId="{79E365E8-22BC-4EC2-9606-9A9AC6CD1D22}" dt="2025-11-20T13:13:44.672" v="3099" actId="108"/>
          <ac:spMkLst>
            <pc:docMk/>
            <pc:sldMk cId="0" sldId="270"/>
            <ac:spMk id="5" creationId="{6E9B9A86-9FEE-4DF9-2C6B-AA0F6754EFCC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1" creationId="{54F499A7-E85C-A18E-220A-597D1BD5296D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2" creationId="{89323911-6E5E-E0F1-07ED-A6A7D389B824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2" creationId="{5F91EB25-5676-9A78-8FB2-CA08F937A4E7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7" creationId="{D1939A7E-40F5-B89A-35FB-D12584E40447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29" creationId="{AB5E3F7B-4D5B-A282-729D-54099846D04E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32" creationId="{02F91474-2263-4339-0707-4E587447276F}"/>
          </ac:spMkLst>
        </pc:spChg>
        <pc:spChg chg="mod">
          <ac:chgData name="Jean-Yves Vuillequez" userId="e7fac481abea6bd0" providerId="LiveId" clId="{79E365E8-22BC-4EC2-9606-9A9AC6CD1D22}" dt="2025-11-20T08:33:42.341" v="349" actId="108"/>
          <ac:spMkLst>
            <pc:docMk/>
            <pc:sldMk cId="0" sldId="270"/>
            <ac:spMk id="178" creationId="{00000000-0000-0000-0000-000000000000}"/>
          </ac:spMkLst>
        </pc:spChg>
        <pc:spChg chg="add del">
          <ac:chgData name="Jean-Yves Vuillequez" userId="e7fac481abea6bd0" providerId="LiveId" clId="{79E365E8-22BC-4EC2-9606-9A9AC6CD1D22}" dt="2025-11-20T13:10:12.769" v="3022" actId="478"/>
          <ac:spMkLst>
            <pc:docMk/>
            <pc:sldMk cId="0" sldId="270"/>
            <ac:spMk id="180" creationId="{00000000-0000-0000-0000-000000000000}"/>
          </ac:spMkLst>
        </pc:spChg>
        <pc:picChg chg="add mod modCrop">
          <ac:chgData name="Jean-Yves Vuillequez" userId="e7fac481abea6bd0" providerId="LiveId" clId="{79E365E8-22BC-4EC2-9606-9A9AC6CD1D22}" dt="2025-11-20T13:14:00.213" v="3103" actId="208"/>
          <ac:picMkLst>
            <pc:docMk/>
            <pc:sldMk cId="0" sldId="270"/>
            <ac:picMk id="24" creationId="{303DB536-0266-DA20-7307-FDFD2DD7F064}"/>
          </ac:picMkLst>
        </pc:picChg>
        <pc:picChg chg="add mod">
          <ac:chgData name="Jean-Yves Vuillequez" userId="e7fac481abea6bd0" providerId="LiveId" clId="{79E365E8-22BC-4EC2-9606-9A9AC6CD1D22}" dt="2025-11-20T13:13:59.285" v="3101" actId="108"/>
          <ac:picMkLst>
            <pc:docMk/>
            <pc:sldMk cId="0" sldId="270"/>
            <ac:picMk id="26" creationId="{82E18E6C-452B-91DA-6F62-9BAF1FA73FF6}"/>
          </ac:picMkLst>
        </pc:picChg>
        <pc:picChg chg="add mod ord modCrop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1" creationId="{6BD4617F-BC09-EF25-6D51-0C11F38E66E0}"/>
          </ac:picMkLst>
        </pc:picChg>
        <pc:picChg chg="add mod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4" creationId="{3415ED82-BAC3-4FDA-B013-D0CB9DF7A0EB}"/>
          </ac:picMkLst>
        </pc:picChg>
        <pc:cxnChg chg="add mod">
          <ac:chgData name="Jean-Yves Vuillequez" userId="e7fac481abea6bd0" providerId="LiveId" clId="{79E365E8-22BC-4EC2-9606-9A9AC6CD1D22}" dt="2025-11-20T12:57:50.765" v="2862" actId="1076"/>
          <ac:cxnSpMkLst>
            <pc:docMk/>
            <pc:sldMk cId="0" sldId="270"/>
            <ac:cxnSpMk id="13" creationId="{D6A6FE1A-72C1-055E-8B81-8233E403EFDF}"/>
          </ac:cxnSpMkLst>
        </pc:cxnChg>
        <pc:cxnChg chg="add mod">
          <ac:chgData name="Jean-Yves Vuillequez" userId="e7fac481abea6bd0" providerId="LiveId" clId="{79E365E8-22BC-4EC2-9606-9A9AC6CD1D22}" dt="2025-11-20T12:57:23.056" v="2858" actId="1076"/>
          <ac:cxnSpMkLst>
            <pc:docMk/>
            <pc:sldMk cId="0" sldId="270"/>
            <ac:cxnSpMk id="15" creationId="{E056DC62-8C9E-3FFB-6932-372DF4AF0062}"/>
          </ac:cxnSpMkLst>
        </pc:cxnChg>
      </pc:sldChg>
      <pc:sldChg chg="ord">
        <pc:chgData name="Jean-Yves Vuillequez" userId="e7fac481abea6bd0" providerId="LiveId" clId="{79E365E8-22BC-4EC2-9606-9A9AC6CD1D22}" dt="2025-11-21T15:39:23.675" v="7162"/>
        <pc:sldMkLst>
          <pc:docMk/>
          <pc:sldMk cId="0" sldId="271"/>
        </pc:sldMkLst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3T09:52:32.533" v="7718" actId="1037"/>
        <pc:sldMkLst>
          <pc:docMk/>
          <pc:sldMk cId="1821755839" sldId="274"/>
        </pc:sldMkLst>
        <pc:spChg chg="add mo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2" creationId="{F584810C-5501-210A-FC09-7E76BEE6CF2D}"/>
          </ac:spMkLst>
        </pc:spChg>
        <pc:spChg chg="add del mod">
          <ac:chgData name="Jean-Yves Vuillequez" userId="e7fac481abea6bd0" providerId="LiveId" clId="{79E365E8-22BC-4EC2-9606-9A9AC6CD1D22}" dt="2025-11-22T09:16:01.202" v="7226" actId="478"/>
          <ac:spMkLst>
            <pc:docMk/>
            <pc:sldMk cId="1821755839" sldId="274"/>
            <ac:spMk id="3" creationId="{162FFC6F-D9F3-0E9D-8995-E9C5F33E53C6}"/>
          </ac:spMkLst>
        </pc:spChg>
        <pc:spChg chg="add mod">
          <ac:chgData name="Jean-Yves Vuillequez" userId="e7fac481abea6bd0" providerId="LiveId" clId="{79E365E8-22BC-4EC2-9606-9A9AC6CD1D22}" dt="2025-11-23T08:59:51.254" v="7715" actId="14100"/>
          <ac:spMkLst>
            <pc:docMk/>
            <pc:sldMk cId="1821755839" sldId="274"/>
            <ac:spMk id="3" creationId="{33B23519-5EFA-F17A-CAA2-6EF8A191B3CD}"/>
          </ac:spMkLst>
        </pc:spChg>
        <pc:spChg chg="add mod">
          <ac:chgData name="Jean-Yves Vuillequez" userId="e7fac481abea6bd0" providerId="LiveId" clId="{79E365E8-22BC-4EC2-9606-9A9AC6CD1D22}" dt="2025-11-22T09:16:55.604" v="7240" actId="1035"/>
          <ac:spMkLst>
            <pc:docMk/>
            <pc:sldMk cId="1821755839" sldId="274"/>
            <ac:spMk id="4" creationId="{967D4A6C-3756-2775-B55E-F408743583CC}"/>
          </ac:spMkLst>
        </pc:spChg>
        <pc:spChg chg="add mod">
          <ac:chgData name="Jean-Yves Vuillequez" userId="e7fac481abea6bd0" providerId="LiveId" clId="{79E365E8-22BC-4EC2-9606-9A9AC6CD1D22}" dt="2025-11-22T18:17:05.681" v="7617" actId="1076"/>
          <ac:spMkLst>
            <pc:docMk/>
            <pc:sldMk cId="1821755839" sldId="274"/>
            <ac:spMk id="5" creationId="{564CE1A9-869C-774B-0E58-18DB76A3FCD2}"/>
          </ac:spMkLst>
        </pc:spChg>
        <pc:spChg chg="add mod or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18" creationId="{44D928FD-3F68-ECAE-DF01-69E25D43D94B}"/>
          </ac:spMkLst>
        </pc:spChg>
        <pc:spChg chg="add mod or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22" creationId="{55F95513-FB46-9FE4-91D4-34DF9BFEC6C4}"/>
          </ac:spMkLst>
        </pc:spChg>
        <pc:spChg chg="add mod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23" creationId="{14BA37FE-DD89-0B23-6089-5FD37763331C}"/>
          </ac:spMkLst>
        </pc:spChg>
        <pc:spChg chg="add mod or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26" creationId="{CCAE5A27-B2A2-0280-F66C-5CDBE7E24E20}"/>
          </ac:spMkLst>
        </pc:spChg>
        <pc:spChg chg="add mod">
          <ac:chgData name="Jean-Yves Vuillequez" userId="e7fac481abea6bd0" providerId="LiveId" clId="{79E365E8-22BC-4EC2-9606-9A9AC6CD1D22}" dt="2025-11-22T18:09:50.323" v="7601" actId="20577"/>
          <ac:spMkLst>
            <pc:docMk/>
            <pc:sldMk cId="1821755839" sldId="274"/>
            <ac:spMk id="31" creationId="{6F47604A-F072-9B2B-A28D-D050592AE8FB}"/>
          </ac:spMkLst>
        </pc:spChg>
        <pc:spChg chg="add mod">
          <ac:chgData name="Jean-Yves Vuillequez" userId="e7fac481abea6bd0" providerId="LiveId" clId="{79E365E8-22BC-4EC2-9606-9A9AC6CD1D22}" dt="2025-11-22T18:22:04.333" v="7677" actId="20577"/>
          <ac:spMkLst>
            <pc:docMk/>
            <pc:sldMk cId="1821755839" sldId="274"/>
            <ac:spMk id="32" creationId="{746A74A5-8390-A9B2-0686-BA8885C4CDA4}"/>
          </ac:spMkLst>
        </pc:spChg>
        <pc:spChg chg="add mod topLvl">
          <ac:chgData name="Jean-Yves Vuillequez" userId="e7fac481abea6bd0" providerId="LiveId" clId="{79E365E8-22BC-4EC2-9606-9A9AC6CD1D22}" dt="2025-11-22T18:03:46.416" v="7531" actId="165"/>
          <ac:spMkLst>
            <pc:docMk/>
            <pc:sldMk cId="1821755839" sldId="274"/>
            <ac:spMk id="44" creationId="{682088E1-064C-5214-7A97-A059E4869B55}"/>
          </ac:spMkLst>
        </pc:spChg>
        <pc:spChg chg="add mod ord topLvl">
          <ac:chgData name="Jean-Yves Vuillequez" userId="e7fac481abea6bd0" providerId="LiveId" clId="{79E365E8-22BC-4EC2-9606-9A9AC6CD1D22}" dt="2025-11-22T18:21:31.528" v="7661" actId="14100"/>
          <ac:spMkLst>
            <pc:docMk/>
            <pc:sldMk cId="1821755839" sldId="274"/>
            <ac:spMk id="46" creationId="{E433E364-4228-6856-536E-34873F6A6DC3}"/>
          </ac:spMkLst>
        </pc:spChg>
        <pc:spChg chg="add mod">
          <ac:chgData name="Jean-Yves Vuillequez" userId="e7fac481abea6bd0" providerId="LiveId" clId="{79E365E8-22BC-4EC2-9606-9A9AC6CD1D22}" dt="2025-11-22T18:17:34.404" v="7627" actId="1036"/>
          <ac:spMkLst>
            <pc:docMk/>
            <pc:sldMk cId="1821755839" sldId="274"/>
            <ac:spMk id="47" creationId="{481D51B6-7D43-7926-6891-407782B836DE}"/>
          </ac:spMkLst>
        </pc:spChg>
        <pc:spChg chg="add mod">
          <ac:chgData name="Jean-Yves Vuillequez" userId="e7fac481abea6bd0" providerId="LiveId" clId="{79E365E8-22BC-4EC2-9606-9A9AC6CD1D22}" dt="2025-11-22T18:17:34.404" v="7627" actId="1036"/>
          <ac:spMkLst>
            <pc:docMk/>
            <pc:sldMk cId="1821755839" sldId="274"/>
            <ac:spMk id="48" creationId="{FE31E2F0-6B8A-B0EE-9044-0597F28AE28A}"/>
          </ac:spMkLst>
        </pc:spChg>
        <pc:spChg chg="add mod">
          <ac:chgData name="Jean-Yves Vuillequez" userId="e7fac481abea6bd0" providerId="LiveId" clId="{79E365E8-22BC-4EC2-9606-9A9AC6CD1D22}" dt="2025-11-22T18:17:34.404" v="7627" actId="1036"/>
          <ac:spMkLst>
            <pc:docMk/>
            <pc:sldMk cId="1821755839" sldId="274"/>
            <ac:spMk id="49" creationId="{8486A803-5325-E4EE-E6D1-9C2310E9372C}"/>
          </ac:spMkLst>
        </pc:spChg>
        <pc:spChg chg="add mod">
          <ac:chgData name="Jean-Yves Vuillequez" userId="e7fac481abea6bd0" providerId="LiveId" clId="{79E365E8-22BC-4EC2-9606-9A9AC6CD1D22}" dt="2025-11-22T18:17:34.404" v="7627" actId="1036"/>
          <ac:spMkLst>
            <pc:docMk/>
            <pc:sldMk cId="1821755839" sldId="274"/>
            <ac:spMk id="50" creationId="{D45817E9-F26B-F5AC-E969-2DB4F41AE334}"/>
          </ac:spMkLst>
        </pc:spChg>
        <pc:spChg chg="add mod">
          <ac:chgData name="Jean-Yves Vuillequez" userId="e7fac481abea6bd0" providerId="LiveId" clId="{79E365E8-22BC-4EC2-9606-9A9AC6CD1D22}" dt="2025-11-22T18:17:34.404" v="7627" actId="1036"/>
          <ac:spMkLst>
            <pc:docMk/>
            <pc:sldMk cId="1821755839" sldId="274"/>
            <ac:spMk id="52" creationId="{7A45A31B-42CC-CB8B-442E-3576FB243381}"/>
          </ac:spMkLst>
        </pc:spChg>
        <pc:spChg chg="add mod">
          <ac:chgData name="Jean-Yves Vuillequez" userId="e7fac481abea6bd0" providerId="LiveId" clId="{79E365E8-22BC-4EC2-9606-9A9AC6CD1D22}" dt="2025-11-22T18:31:30.300" v="7714" actId="14100"/>
          <ac:spMkLst>
            <pc:docMk/>
            <pc:sldMk cId="1821755839" sldId="274"/>
            <ac:spMk id="53" creationId="{CF1F8123-FC2A-EF28-8139-FC1D62216C5F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54" creationId="{3E4E5C19-19D1-7DB3-6126-771BB460CA7E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55" creationId="{C4EB1607-BC4B-15A3-0324-3D29B9154D63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56" creationId="{34BB09D2-59B3-0F52-1024-4F32B01B2F53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57" creationId="{685F5B80-27B1-45A6-3DF8-0CF7271056CC}"/>
          </ac:spMkLst>
        </pc:spChg>
        <pc:spChg chg="add mod topLvl">
          <ac:chgData name="Jean-Yves Vuillequez" userId="e7fac481abea6bd0" providerId="LiveId" clId="{79E365E8-22BC-4EC2-9606-9A9AC6CD1D22}" dt="2025-11-22T09:50:17.468" v="7485" actId="165"/>
          <ac:spMkLst>
            <pc:docMk/>
            <pc:sldMk cId="1821755839" sldId="274"/>
            <ac:spMk id="58" creationId="{42C67AD7-C645-5367-3E47-6D6A996C5FE8}"/>
          </ac:spMkLst>
        </pc:spChg>
        <pc:spChg chg="add del">
          <ac:chgData name="Jean-Yves Vuillequez" userId="e7fac481abea6bd0" providerId="LiveId" clId="{79E365E8-22BC-4EC2-9606-9A9AC6CD1D22}" dt="2025-11-22T09:30:14.960" v="7330" actId="22"/>
          <ac:spMkLst>
            <pc:docMk/>
            <pc:sldMk cId="1821755839" sldId="274"/>
            <ac:spMk id="61" creationId="{9604BE13-7DDD-AB2A-8533-AFDCA94F78A3}"/>
          </ac:spMkLst>
        </pc:spChg>
        <pc:spChg chg="add mod topLvl">
          <ac:chgData name="Jean-Yves Vuillequez" userId="e7fac481abea6bd0" providerId="LiveId" clId="{79E365E8-22BC-4EC2-9606-9A9AC6CD1D22}" dt="2025-11-22T09:50:17.468" v="7485" actId="165"/>
          <ac:spMkLst>
            <pc:docMk/>
            <pc:sldMk cId="1821755839" sldId="274"/>
            <ac:spMk id="67" creationId="{77C37EC6-CDFA-6EF5-9731-EDD14211D90B}"/>
          </ac:spMkLst>
        </pc:spChg>
        <pc:spChg chg="add mod topLvl">
          <ac:chgData name="Jean-Yves Vuillequez" userId="e7fac481abea6bd0" providerId="LiveId" clId="{79E365E8-22BC-4EC2-9606-9A9AC6CD1D22}" dt="2025-11-22T09:50:17.468" v="7485" actId="165"/>
          <ac:spMkLst>
            <pc:docMk/>
            <pc:sldMk cId="1821755839" sldId="274"/>
            <ac:spMk id="70" creationId="{78E1D7E3-9E06-E6A5-253E-A6CE2A2F1050}"/>
          </ac:spMkLst>
        </pc:spChg>
        <pc:spChg chg="add mod topLvl">
          <ac:chgData name="Jean-Yves Vuillequez" userId="e7fac481abea6bd0" providerId="LiveId" clId="{79E365E8-22BC-4EC2-9606-9A9AC6CD1D22}" dt="2025-11-22T18:30:42.838" v="7705" actId="14100"/>
          <ac:spMkLst>
            <pc:docMk/>
            <pc:sldMk cId="1821755839" sldId="274"/>
            <ac:spMk id="71" creationId="{E74B2057-34BC-1980-9671-44A128491597}"/>
          </ac:spMkLst>
        </pc:spChg>
        <pc:spChg chg="add mod topLvl">
          <ac:chgData name="Jean-Yves Vuillequez" userId="e7fac481abea6bd0" providerId="LiveId" clId="{79E365E8-22BC-4EC2-9606-9A9AC6CD1D22}" dt="2025-11-22T09:50:17.468" v="7485" actId="165"/>
          <ac:spMkLst>
            <pc:docMk/>
            <pc:sldMk cId="1821755839" sldId="274"/>
            <ac:spMk id="73" creationId="{33C41871-317D-BA64-26E2-EBEE7A51AE73}"/>
          </ac:spMkLst>
        </pc:spChg>
        <pc:spChg chg="add mod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76" creationId="{0137AD1F-A369-4FCE-AD69-964680B420B5}"/>
          </ac:spMkLst>
        </pc:spChg>
        <pc:spChg chg="mod">
          <ac:chgData name="Jean-Yves Vuillequez" userId="e7fac481abea6bd0" providerId="LiveId" clId="{79E365E8-22BC-4EC2-9606-9A9AC6CD1D22}" dt="2025-11-20T08:33:39.048" v="348" actId="108"/>
          <ac:spMkLst>
            <pc:docMk/>
            <pc:sldMk cId="1821755839" sldId="274"/>
            <ac:spMk id="96" creationId="{E0E7B8E7-F933-D99A-FC55-A7E0AFDF3556}"/>
          </ac:spMkLst>
        </pc:spChg>
        <pc:spChg chg="add mod topLvl">
          <ac:chgData name="Jean-Yves Vuillequez" userId="e7fac481abea6bd0" providerId="LiveId" clId="{79E365E8-22BC-4EC2-9606-9A9AC6CD1D22}" dt="2025-11-22T18:30:48.419" v="7706" actId="1076"/>
          <ac:spMkLst>
            <pc:docMk/>
            <pc:sldMk cId="1821755839" sldId="274"/>
            <ac:spMk id="106" creationId="{70820C9A-B957-87A8-109D-6C661627DA4C}"/>
          </ac:spMkLst>
        </pc:spChg>
        <pc:spChg chg="add del">
          <ac:chgData name="Jean-Yves Vuillequez" userId="e7fac481abea6bd0" providerId="LiveId" clId="{79E365E8-22BC-4EC2-9606-9A9AC6CD1D22}" dt="2025-11-22T10:36:23.904" v="7493" actId="22"/>
          <ac:spMkLst>
            <pc:docMk/>
            <pc:sldMk cId="1821755839" sldId="274"/>
            <ac:spMk id="1031" creationId="{09D91F1B-81AB-FA01-B260-5DCC085FC57A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1074" creationId="{4162FACA-EA89-9D97-B392-632929E9443D}"/>
          </ac:spMkLst>
        </pc:spChg>
        <pc:spChg chg="add mod">
          <ac:chgData name="Jean-Yves Vuillequez" userId="e7fac481abea6bd0" providerId="LiveId" clId="{79E365E8-22BC-4EC2-9606-9A9AC6CD1D22}" dt="2025-11-23T09:52:32.533" v="7718" actId="1037"/>
          <ac:spMkLst>
            <pc:docMk/>
            <pc:sldMk cId="1821755839" sldId="274"/>
            <ac:spMk id="2096" creationId="{273A85B6-13FD-89FF-E669-100D308ACE82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2097" creationId="{ADF20F1D-E32A-83D7-1C9F-ED56E1ADF5A6}"/>
          </ac:spMkLst>
        </pc:spChg>
        <pc:grpChg chg="add del mod">
          <ac:chgData name="Jean-Yves Vuillequez" userId="e7fac481abea6bd0" providerId="LiveId" clId="{79E365E8-22BC-4EC2-9606-9A9AC6CD1D22}" dt="2025-11-22T09:50:17.468" v="7485" actId="165"/>
          <ac:grpSpMkLst>
            <pc:docMk/>
            <pc:sldMk cId="1821755839" sldId="274"/>
            <ac:grpSpMk id="9" creationId="{1942901F-9902-04A0-3544-E014B88B92FF}"/>
          </ac:grpSpMkLst>
        </pc:grpChg>
        <pc:grpChg chg="add del mod topLvl">
          <ac:chgData name="Jean-Yves Vuillequez" userId="e7fac481abea6bd0" providerId="LiveId" clId="{79E365E8-22BC-4EC2-9606-9A9AC6CD1D22}" dt="2025-11-22T18:03:46.416" v="7531" actId="165"/>
          <ac:grpSpMkLst>
            <pc:docMk/>
            <pc:sldMk cId="1821755839" sldId="274"/>
            <ac:grpSpMk id="12" creationId="{A4F3950E-A273-3885-0546-EA789FEF3AD4}"/>
          </ac:grpSpMkLst>
        </pc:grpChg>
        <pc:grpChg chg="add del mod">
          <ac:chgData name="Jean-Yves Vuillequez" userId="e7fac481abea6bd0" providerId="LiveId" clId="{79E365E8-22BC-4EC2-9606-9A9AC6CD1D22}" dt="2025-11-22T18:03:28.800" v="7530" actId="165"/>
          <ac:grpSpMkLst>
            <pc:docMk/>
            <pc:sldMk cId="1821755839" sldId="274"/>
            <ac:grpSpMk id="13" creationId="{17A2B2F0-AB99-333B-30C9-EC04234D17C0}"/>
          </ac:grpSpMkLst>
        </pc:grpChg>
        <pc:grpChg chg="add del mod">
          <ac:chgData name="Jean-Yves Vuillequez" userId="e7fac481abea6bd0" providerId="LiveId" clId="{79E365E8-22BC-4EC2-9606-9A9AC6CD1D22}" dt="2025-11-22T09:26:21.189" v="7280" actId="165"/>
          <ac:grpSpMkLst>
            <pc:docMk/>
            <pc:sldMk cId="1821755839" sldId="274"/>
            <ac:grpSpMk id="17" creationId="{618688FD-4D2F-7A63-8807-ABB66A2C4089}"/>
          </ac:grpSpMkLst>
        </pc:grpChg>
        <pc:grpChg chg="add mod">
          <ac:chgData name="Jean-Yves Vuillequez" userId="e7fac481abea6bd0" providerId="LiveId" clId="{79E365E8-22BC-4EC2-9606-9A9AC6CD1D22}" dt="2025-11-22T09:49:04.487" v="7454" actId="1076"/>
          <ac:grpSpMkLst>
            <pc:docMk/>
            <pc:sldMk cId="1821755839" sldId="274"/>
            <ac:grpSpMk id="78" creationId="{48BB1303-220D-775F-BC97-35D0BC10D7AC}"/>
          </ac:grpSpMkLst>
        </pc:grpChg>
        <pc:grpChg chg="add del mod">
          <ac:chgData name="Jean-Yves Vuillequez" userId="e7fac481abea6bd0" providerId="LiveId" clId="{79E365E8-22BC-4EC2-9606-9A9AC6CD1D22}" dt="2025-11-22T09:50:28.945" v="7488" actId="478"/>
          <ac:grpSpMkLst>
            <pc:docMk/>
            <pc:sldMk cId="1821755839" sldId="274"/>
            <ac:grpSpMk id="1024" creationId="{DA7793AF-7555-0276-9AAD-DD92E5CEBF43}"/>
          </ac:grpSpMkLst>
        </pc:grpChg>
        <pc:picChg chg="add del mod">
          <ac:chgData name="Jean-Yves Vuillequez" userId="e7fac481abea6bd0" providerId="LiveId" clId="{79E365E8-22BC-4EC2-9606-9A9AC6CD1D22}" dt="2025-11-22T09:26:15.227" v="7279" actId="478"/>
          <ac:picMkLst>
            <pc:docMk/>
            <pc:sldMk cId="1821755839" sldId="274"/>
            <ac:picMk id="19" creationId="{B06A4583-878B-26D3-2EE9-8D9E4A4CD1F3}"/>
          </ac:picMkLst>
        </pc:picChg>
        <pc:picChg chg="add del mod">
          <ac:chgData name="Jean-Yves Vuillequez" userId="e7fac481abea6bd0" providerId="LiveId" clId="{79E365E8-22BC-4EC2-9606-9A9AC6CD1D22}" dt="2025-11-22T09:26:25.741" v="7282" actId="478"/>
          <ac:picMkLst>
            <pc:docMk/>
            <pc:sldMk cId="1821755839" sldId="274"/>
            <ac:picMk id="20" creationId="{90F037CF-090B-C902-E6E2-089C3D502131}"/>
          </ac:picMkLst>
        </pc:picChg>
        <pc:picChg chg="add mod">
          <ac:chgData name="Jean-Yves Vuillequez" userId="e7fac481abea6bd0" providerId="LiveId" clId="{79E365E8-22BC-4EC2-9606-9A9AC6CD1D22}" dt="2025-11-22T18:15:44.176" v="7605" actId="1076"/>
          <ac:picMkLst>
            <pc:docMk/>
            <pc:sldMk cId="1821755839" sldId="274"/>
            <ac:picMk id="20" creationId="{9F92FB23-9D37-AEB9-493C-1E3DAE1913D2}"/>
          </ac:picMkLst>
        </pc:picChg>
        <pc:picChg chg="add mod">
          <ac:chgData name="Jean-Yves Vuillequez" userId="e7fac481abea6bd0" providerId="LiveId" clId="{79E365E8-22BC-4EC2-9606-9A9AC6CD1D22}" dt="2025-11-22T18:16:36.285" v="7612" actId="1076"/>
          <ac:picMkLst>
            <pc:docMk/>
            <pc:sldMk cId="1821755839" sldId="274"/>
            <ac:picMk id="21" creationId="{174134F5-72A3-DA25-E671-C7DDD8DFA83A}"/>
          </ac:picMkLst>
        </pc:picChg>
        <pc:picChg chg="add del mod">
          <ac:chgData name="Jean-Yves Vuillequez" userId="e7fac481abea6bd0" providerId="LiveId" clId="{79E365E8-22BC-4EC2-9606-9A9AC6CD1D22}" dt="2025-11-22T18:15:33.516" v="7603" actId="478"/>
          <ac:picMkLst>
            <pc:docMk/>
            <pc:sldMk cId="1821755839" sldId="274"/>
            <ac:picMk id="25" creationId="{9A368348-C30E-D050-C4DB-B32BDBE3589F}"/>
          </ac:picMkLst>
        </pc:picChg>
        <pc:picChg chg="add mod topLvl">
          <ac:chgData name="Jean-Yves Vuillequez" userId="e7fac481abea6bd0" providerId="LiveId" clId="{79E365E8-22BC-4EC2-9606-9A9AC6CD1D22}" dt="2025-11-22T18:16:36.285" v="7612" actId="1076"/>
          <ac:picMkLst>
            <pc:docMk/>
            <pc:sldMk cId="1821755839" sldId="274"/>
            <ac:picMk id="43" creationId="{A31CCBD7-31A9-6123-B61B-FB210F650877}"/>
          </ac:picMkLst>
        </pc:picChg>
        <pc:picChg chg="add mod">
          <ac:chgData name="Jean-Yves Vuillequez" userId="e7fac481abea6bd0" providerId="LiveId" clId="{79E365E8-22BC-4EC2-9606-9A9AC6CD1D22}" dt="2025-11-22T18:17:34.404" v="7627" actId="1036"/>
          <ac:picMkLst>
            <pc:docMk/>
            <pc:sldMk cId="1821755839" sldId="274"/>
            <ac:picMk id="51" creationId="{054FB5AB-F043-1139-CFA8-44C9034D1153}"/>
          </ac:picMkLst>
        </pc:picChg>
        <pc:picChg chg="add mod ord">
          <ac:chgData name="Jean-Yves Vuillequez" userId="e7fac481abea6bd0" providerId="LiveId" clId="{79E365E8-22BC-4EC2-9606-9A9AC6CD1D22}" dt="2025-11-22T09:48:44.342" v="7448" actId="1076"/>
          <ac:picMkLst>
            <pc:docMk/>
            <pc:sldMk cId="1821755839" sldId="274"/>
            <ac:picMk id="62" creationId="{C5C7BA9B-2B99-4B7A-7436-5F82DE29B981}"/>
          </ac:picMkLst>
        </pc:picChg>
        <pc:picChg chg="add mod topLvl">
          <ac:chgData name="Jean-Yves Vuillequez" userId="e7fac481abea6bd0" providerId="LiveId" clId="{79E365E8-22BC-4EC2-9606-9A9AC6CD1D22}" dt="2025-11-22T09:50:17.468" v="7485" actId="165"/>
          <ac:picMkLst>
            <pc:docMk/>
            <pc:sldMk cId="1821755839" sldId="274"/>
            <ac:picMk id="65" creationId="{976AB5B9-1D61-B29C-C9DE-9051A31E8E27}"/>
          </ac:picMkLst>
        </pc:picChg>
        <pc:picChg chg="add mod topLvl">
          <ac:chgData name="Jean-Yves Vuillequez" userId="e7fac481abea6bd0" providerId="LiveId" clId="{79E365E8-22BC-4EC2-9606-9A9AC6CD1D22}" dt="2025-11-22T09:50:17.468" v="7485" actId="165"/>
          <ac:picMkLst>
            <pc:docMk/>
            <pc:sldMk cId="1821755839" sldId="274"/>
            <ac:picMk id="68" creationId="{6A1FE08D-DF15-8940-EAA5-98ED76914736}"/>
          </ac:picMkLst>
        </pc:picChg>
        <pc:picChg chg="add del mod topLvl">
          <ac:chgData name="Jean-Yves Vuillequez" userId="e7fac481abea6bd0" providerId="LiveId" clId="{79E365E8-22BC-4EC2-9606-9A9AC6CD1D22}" dt="2025-11-22T09:49:27.118" v="7467" actId="478"/>
          <ac:picMkLst>
            <pc:docMk/>
            <pc:sldMk cId="1821755839" sldId="274"/>
            <ac:picMk id="102" creationId="{26F3760A-01F7-627E-27AC-B1F00D3B52C6}"/>
          </ac:picMkLst>
        </pc:picChg>
        <pc:picChg chg="add del mod topLvl">
          <ac:chgData name="Jean-Yves Vuillequez" userId="e7fac481abea6bd0" providerId="LiveId" clId="{79E365E8-22BC-4EC2-9606-9A9AC6CD1D22}" dt="2025-11-22T09:49:26.577" v="7466" actId="478"/>
          <ac:picMkLst>
            <pc:docMk/>
            <pc:sldMk cId="1821755839" sldId="274"/>
            <ac:picMk id="103" creationId="{B33DCAA7-8CDF-83ED-2AFC-66875EDF434A}"/>
          </ac:picMkLst>
        </pc:picChg>
        <pc:picChg chg="add del mod topLvl">
          <ac:chgData name="Jean-Yves Vuillequez" userId="e7fac481abea6bd0" providerId="LiveId" clId="{79E365E8-22BC-4EC2-9606-9A9AC6CD1D22}" dt="2025-11-22T09:49:26.577" v="7466" actId="478"/>
          <ac:picMkLst>
            <pc:docMk/>
            <pc:sldMk cId="1821755839" sldId="274"/>
            <ac:picMk id="104" creationId="{30EDEF50-F042-0782-1F82-E1015B7ED2D4}"/>
          </ac:picMkLst>
        </pc:picChg>
        <pc:picChg chg="add mod topLvl">
          <ac:chgData name="Jean-Yves Vuillequez" userId="e7fac481abea6bd0" providerId="LiveId" clId="{79E365E8-22BC-4EC2-9606-9A9AC6CD1D22}" dt="2025-11-22T18:30:48.419" v="7706" actId="1076"/>
          <ac:picMkLst>
            <pc:docMk/>
            <pc:sldMk cId="1821755839" sldId="274"/>
            <ac:picMk id="107" creationId="{9E201599-7D6B-4671-395A-AB9C1CE55DB4}"/>
          </ac:picMkLst>
        </pc:picChg>
        <pc:picChg chg="add mod">
          <ac:chgData name="Jean-Yves Vuillequez" userId="e7fac481abea6bd0" providerId="LiveId" clId="{79E365E8-22BC-4EC2-9606-9A9AC6CD1D22}" dt="2025-11-22T18:04:18.127" v="7542" actId="1076"/>
          <ac:picMkLst>
            <pc:docMk/>
            <pc:sldMk cId="1821755839" sldId="274"/>
            <ac:picMk id="116" creationId="{B7DCCBAF-8A38-3C4F-0798-30A393D5D283}"/>
          </ac:picMkLst>
        </pc:picChg>
        <pc:picChg chg="add mod">
          <ac:chgData name="Jean-Yves Vuillequez" userId="e7fac481abea6bd0" providerId="LiveId" clId="{79E365E8-22BC-4EC2-9606-9A9AC6CD1D22}" dt="2025-11-22T18:09:27.039" v="7573" actId="1076"/>
          <ac:picMkLst>
            <pc:docMk/>
            <pc:sldMk cId="1821755839" sldId="274"/>
            <ac:picMk id="117" creationId="{B3747ED9-0378-A202-7151-54782D96CF66}"/>
          </ac:picMkLst>
        </pc:picChg>
        <pc:picChg chg="add del mod topLvl">
          <ac:chgData name="Jean-Yves Vuillequez" userId="e7fac481abea6bd0" providerId="LiveId" clId="{79E365E8-22BC-4EC2-9606-9A9AC6CD1D22}" dt="2025-11-22T09:49:27.564" v="7468" actId="478"/>
          <ac:picMkLst>
            <pc:docMk/>
            <pc:sldMk cId="1821755839" sldId="274"/>
            <ac:picMk id="123" creationId="{D715FB7A-A546-1D86-6C47-6E592D4CF67D}"/>
          </ac:picMkLst>
        </pc:picChg>
        <pc:picChg chg="add del mod">
          <ac:chgData name="Jean-Yves Vuillequez" userId="e7fac481abea6bd0" providerId="LiveId" clId="{79E365E8-22BC-4EC2-9606-9A9AC6CD1D22}" dt="2025-11-22T09:49:28.527" v="7469" actId="478"/>
          <ac:picMkLst>
            <pc:docMk/>
            <pc:sldMk cId="1821755839" sldId="274"/>
            <ac:picMk id="124" creationId="{C5293EF4-20E0-DF10-D159-DD1506BA9014}"/>
          </ac:picMkLst>
        </pc:picChg>
        <pc:picChg chg="add del mod topLvl">
          <ac:chgData name="Jean-Yves Vuillequez" userId="e7fac481abea6bd0" providerId="LiveId" clId="{79E365E8-22BC-4EC2-9606-9A9AC6CD1D22}" dt="2025-11-22T09:49:29.121" v="7470" actId="478"/>
          <ac:picMkLst>
            <pc:docMk/>
            <pc:sldMk cId="1821755839" sldId="274"/>
            <ac:picMk id="125" creationId="{33AAD6E8-755C-ADC6-DD82-513A7A7A0F5B}"/>
          </ac:picMkLst>
        </pc:picChg>
        <pc:picChg chg="add del mod topLvl">
          <ac:chgData name="Jean-Yves Vuillequez" userId="e7fac481abea6bd0" providerId="LiveId" clId="{79E365E8-22BC-4EC2-9606-9A9AC6CD1D22}" dt="2025-11-22T09:49:26.577" v="7466" actId="478"/>
          <ac:picMkLst>
            <pc:docMk/>
            <pc:sldMk cId="1821755839" sldId="274"/>
            <ac:picMk id="126" creationId="{CDFE02BC-1F91-5E6A-387E-5166BAEB4B47}"/>
          </ac:picMkLst>
        </pc:picChg>
        <pc:picChg chg="add mod">
          <ac:chgData name="Jean-Yves Vuillequez" userId="e7fac481abea6bd0" providerId="LiveId" clId="{79E365E8-22BC-4EC2-9606-9A9AC6CD1D22}" dt="2025-11-22T18:04:11.938" v="7538" actId="1076"/>
          <ac:picMkLst>
            <pc:docMk/>
            <pc:sldMk cId="1821755839" sldId="274"/>
            <ac:picMk id="127" creationId="{0DF6E305-58E0-10D9-0E90-7E26126193AF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6" creationId="{923FE2F2-F305-A7CE-975B-2A2BA912E4B7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8" creationId="{D0C03EA7-EAD6-1A33-21AE-920B9121582F}"/>
          </ac:picMkLst>
        </pc:picChg>
        <pc:picChg chg="add mod topLvl">
          <ac:chgData name="Jean-Yves Vuillequez" userId="e7fac481abea6bd0" providerId="LiveId" clId="{79E365E8-22BC-4EC2-9606-9A9AC6CD1D22}" dt="2025-11-22T09:50:17.468" v="7485" actId="165"/>
          <ac:picMkLst>
            <pc:docMk/>
            <pc:sldMk cId="1821755839" sldId="274"/>
            <ac:picMk id="1030" creationId="{2941D76B-6840-C572-907F-F3680B66EBF7}"/>
          </ac:picMkLst>
        </pc:picChg>
        <pc:picChg chg="add del mod topLvl">
          <ac:chgData name="Jean-Yves Vuillequez" userId="e7fac481abea6bd0" providerId="LiveId" clId="{79E365E8-22BC-4EC2-9606-9A9AC6CD1D22}" dt="2025-11-22T09:50:28.945" v="7488" actId="478"/>
          <ac:picMkLst>
            <pc:docMk/>
            <pc:sldMk cId="1821755839" sldId="274"/>
            <ac:picMk id="1032" creationId="{0AA62D0C-7533-F64F-5205-AC2C6EB164FE}"/>
          </ac:picMkLst>
        </pc:picChg>
        <pc:picChg chg="add mod">
          <ac:chgData name="Jean-Yves Vuillequez" userId="e7fac481abea6bd0" providerId="LiveId" clId="{79E365E8-22BC-4EC2-9606-9A9AC6CD1D22}" dt="2025-11-22T18:03:10.913" v="7529" actId="1076"/>
          <ac:picMkLst>
            <pc:docMk/>
            <pc:sldMk cId="1821755839" sldId="274"/>
            <ac:picMk id="1033" creationId="{FD816D59-77CA-1E04-DAC5-C8410FAC6198}"/>
          </ac:picMkLst>
        </pc:picChg>
        <pc:picChg chg="add mod topLvl">
          <ac:chgData name="Jean-Yves Vuillequez" userId="e7fac481abea6bd0" providerId="LiveId" clId="{79E365E8-22BC-4EC2-9606-9A9AC6CD1D22}" dt="2025-11-22T18:21:35.229" v="7662" actId="1076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22T18:18:03.181" v="7649" actId="1038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22T18:18:03.181" v="7649" actId="1038"/>
          <ac:picMkLst>
            <pc:docMk/>
            <pc:sldMk cId="1821755839" sldId="274"/>
            <ac:picMk id="1038" creationId="{1B3822DD-A0E9-A37F-0DE9-40781F1C3DF4}"/>
          </ac:picMkLst>
        </pc:picChg>
        <pc:picChg chg="add del mod">
          <ac:chgData name="Jean-Yves Vuillequez" userId="e7fac481abea6bd0" providerId="LiveId" clId="{79E365E8-22BC-4EC2-9606-9A9AC6CD1D22}" dt="2025-11-22T09:49:26.577" v="7466" actId="478"/>
          <ac:picMkLst>
            <pc:docMk/>
            <pc:sldMk cId="1821755839" sldId="274"/>
            <ac:picMk id="2050" creationId="{66BE5478-2C49-E651-22DF-909C00CA75C0}"/>
          </ac:picMkLst>
        </pc:picChg>
        <pc:picChg chg="add mod topLvl">
          <ac:chgData name="Jean-Yves Vuillequez" userId="e7fac481abea6bd0" providerId="LiveId" clId="{79E365E8-22BC-4EC2-9606-9A9AC6CD1D22}" dt="2025-11-22T09:27:45.100" v="7313" actId="1076"/>
          <ac:picMkLst>
            <pc:docMk/>
            <pc:sldMk cId="1821755839" sldId="274"/>
            <ac:picMk id="2052" creationId="{FCCA093A-E48A-7B59-31BE-E1F8F80AD69D}"/>
          </ac:picMkLst>
        </pc:picChg>
        <pc:picChg chg="add mod">
          <ac:chgData name="Jean-Yves Vuillequez" userId="e7fac481abea6bd0" providerId="LiveId" clId="{79E365E8-22BC-4EC2-9606-9A9AC6CD1D22}" dt="2025-11-22T18:17:34.404" v="7627" actId="1036"/>
          <ac:picMkLst>
            <pc:docMk/>
            <pc:sldMk cId="1821755839" sldId="274"/>
            <ac:picMk id="2054" creationId="{A2294E8E-D08B-505D-5B9D-D8788A9CD32B}"/>
          </ac:picMkLst>
        </pc:picChg>
        <pc:picChg chg="add mod">
          <ac:chgData name="Jean-Yves Vuillequez" userId="e7fac481abea6bd0" providerId="LiveId" clId="{79E365E8-22BC-4EC2-9606-9A9AC6CD1D22}" dt="2025-11-22T10:36:12.902" v="7491" actId="1076"/>
          <ac:picMkLst>
            <pc:docMk/>
            <pc:sldMk cId="1821755839" sldId="274"/>
            <ac:picMk id="2068" creationId="{9336168E-33DE-2E2C-3F3A-3E4FC0819D15}"/>
          </ac:picMkLst>
        </pc:pic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6" creationId="{804A8FE7-27C3-4C54-36F8-6A8C0900C5DA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0" creationId="{A34EFFD9-2B7F-223F-36C3-4CCC46291479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1" creationId="{D8A48580-543E-68C9-355D-6C2F58EACB96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9" creationId="{7965C0EE-9642-2EA9-734C-AF9138078030}"/>
          </ac:cxnSpMkLst>
        </pc:cxnChg>
        <pc:cxnChg chg="add mod">
          <ac:chgData name="Jean-Yves Vuillequez" userId="e7fac481abea6bd0" providerId="LiveId" clId="{79E365E8-22BC-4EC2-9606-9A9AC6CD1D22}" dt="2025-11-22T18:19:13.006" v="7656" actId="108"/>
          <ac:cxnSpMkLst>
            <pc:docMk/>
            <pc:sldMk cId="1821755839" sldId="274"/>
            <ac:cxnSpMk id="24" creationId="{9AD6B91C-AEA0-8BCF-42B4-76BEC72FDE00}"/>
          </ac:cxnSpMkLst>
        </pc:cxnChg>
        <pc:cxnChg chg="add mod">
          <ac:chgData name="Jean-Yves Vuillequez" userId="e7fac481abea6bd0" providerId="LiveId" clId="{79E365E8-22BC-4EC2-9606-9A9AC6CD1D22}" dt="2025-11-22T18:31:30.300" v="7714" actId="14100"/>
          <ac:cxnSpMkLst>
            <pc:docMk/>
            <pc:sldMk cId="1821755839" sldId="274"/>
            <ac:cxnSpMk id="27" creationId="{10B31F45-EE59-3B06-0BB0-9F63BE518A6D}"/>
          </ac:cxnSpMkLst>
        </pc:cxn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mod">
          <ac:chgData name="Jean-Yves Vuillequez" userId="e7fac481abea6bd0" providerId="LiveId" clId="{79E365E8-22BC-4EC2-9606-9A9AC6CD1D22}" dt="2025-11-22T18:17:26.646" v="7623" actId="1076"/>
          <ac:cxnSpMkLst>
            <pc:docMk/>
            <pc:sldMk cId="1821755839" sldId="274"/>
            <ac:cxnSpMk id="29" creationId="{2F5C326A-12BF-B849-9176-2CB67D7A7ED9}"/>
          </ac:cxnSpMkLst>
        </pc:cxnChg>
        <pc:cxnChg chg="add mod topLvl">
          <ac:chgData name="Jean-Yves Vuillequez" userId="e7fac481abea6bd0" providerId="LiveId" clId="{79E365E8-22BC-4EC2-9606-9A9AC6CD1D22}" dt="2025-11-22T18:03:28.800" v="7530" actId="165"/>
          <ac:cxnSpMkLst>
            <pc:docMk/>
            <pc:sldMk cId="1821755839" sldId="274"/>
            <ac:cxnSpMk id="30" creationId="{DD9C7B50-C6F5-7260-C61A-2CAE5E4C0BF7}"/>
          </ac:cxnSpMkLst>
        </pc:cxnChg>
        <pc:cxnChg chg="add del mod">
          <ac:chgData name="Jean-Yves Vuillequez" userId="e7fac481abea6bd0" providerId="LiveId" clId="{79E365E8-22BC-4EC2-9606-9A9AC6CD1D22}" dt="2025-11-22T09:50:09.002" v="7484" actId="478"/>
          <ac:cxnSpMkLst>
            <pc:docMk/>
            <pc:sldMk cId="1821755839" sldId="274"/>
            <ac:cxnSpMk id="75" creationId="{EA2D8E70-0E38-6F85-C46D-473AA9425B34}"/>
          </ac:cxnSpMkLst>
        </pc:cxnChg>
        <pc:cxnChg chg="add del mod">
          <ac:chgData name="Jean-Yves Vuillequez" userId="e7fac481abea6bd0" providerId="LiveId" clId="{79E365E8-22BC-4EC2-9606-9A9AC6CD1D22}" dt="2025-11-22T09:49:37" v="7474" actId="478"/>
          <ac:cxnSpMkLst>
            <pc:docMk/>
            <pc:sldMk cId="1821755839" sldId="274"/>
            <ac:cxnSpMk id="99" creationId="{1740FD3C-BB82-E8E4-4341-9F9B0A291611}"/>
          </ac:cxnSpMkLst>
        </pc:cxnChg>
        <pc:cxnChg chg="add mod ord topLvl">
          <ac:chgData name="Jean-Yves Vuillequez" userId="e7fac481abea6bd0" providerId="LiveId" clId="{79E365E8-22BC-4EC2-9606-9A9AC6CD1D22}" dt="2025-11-22T18:30:29.969" v="7704" actId="208"/>
          <ac:cxnSpMkLst>
            <pc:docMk/>
            <pc:sldMk cId="1821755839" sldId="274"/>
            <ac:cxnSpMk id="108" creationId="{8FC538F3-E888-6C1B-940B-D6B968D8FCEE}"/>
          </ac:cxnSpMkLst>
        </pc:cxnChg>
        <pc:cxnChg chg="add del mod">
          <ac:chgData name="Jean-Yves Vuillequez" userId="e7fac481abea6bd0" providerId="LiveId" clId="{79E365E8-22BC-4EC2-9606-9A9AC6CD1D22}" dt="2025-11-22T09:49:30.751" v="7472" actId="478"/>
          <ac:cxnSpMkLst>
            <pc:docMk/>
            <pc:sldMk cId="1821755839" sldId="274"/>
            <ac:cxnSpMk id="111" creationId="{67D61FBD-E531-1326-0C48-8BF9669015EF}"/>
          </ac:cxnSpMkLst>
        </pc:cxnChg>
        <pc:cxnChg chg="add del mod">
          <ac:chgData name="Jean-Yves Vuillequez" userId="e7fac481abea6bd0" providerId="LiveId" clId="{79E365E8-22BC-4EC2-9606-9A9AC6CD1D22}" dt="2025-11-22T09:49:30.107" v="7471" actId="478"/>
          <ac:cxnSpMkLst>
            <pc:docMk/>
            <pc:sldMk cId="1821755839" sldId="274"/>
            <ac:cxnSpMk id="114" creationId="{D838041E-F078-6C94-A2B0-03079C59425A}"/>
          </ac:cxnSpMkLst>
        </pc:cxnChg>
        <pc:cxnChg chg="add del mod">
          <ac:chgData name="Jean-Yves Vuillequez" userId="e7fac481abea6bd0" providerId="LiveId" clId="{79E365E8-22BC-4EC2-9606-9A9AC6CD1D22}" dt="2025-11-22T09:49:26.577" v="7466" actId="478"/>
          <ac:cxnSpMkLst>
            <pc:docMk/>
            <pc:sldMk cId="1821755839" sldId="274"/>
            <ac:cxnSpMk id="119" creationId="{71456FE5-64C3-8B7D-7CCF-34EA9321C3CA}"/>
          </ac:cxnSpMkLst>
        </pc:cxnChg>
        <pc:cxnChg chg="add mod">
          <ac:chgData name="Jean-Yves Vuillequez" userId="e7fac481abea6bd0" providerId="LiveId" clId="{79E365E8-22BC-4EC2-9606-9A9AC6CD1D22}" dt="2025-11-22T18:23:16.737" v="7679" actId="14100"/>
          <ac:cxnSpMkLst>
            <pc:docMk/>
            <pc:sldMk cId="1821755839" sldId="274"/>
            <ac:cxnSpMk id="1029" creationId="{0E52F53C-5DBE-6D5C-C0A2-D6081CFAB7CB}"/>
          </ac:cxnSpMkLst>
        </pc:cxnChg>
        <pc:cxnChg chg="add mod">
          <ac:chgData name="Jean-Yves Vuillequez" userId="e7fac481abea6bd0" providerId="LiveId" clId="{79E365E8-22BC-4EC2-9606-9A9AC6CD1D22}" dt="2025-11-22T18:31:30.300" v="7714" actId="14100"/>
          <ac:cxnSpMkLst>
            <pc:docMk/>
            <pc:sldMk cId="1821755839" sldId="274"/>
            <ac:cxnSpMk id="1046" creationId="{F59A3777-3D90-7CA7-F89E-8874DA5F6283}"/>
          </ac:cxnSpMkLst>
        </pc:cxnChg>
        <pc:cxnChg chg="add mod">
          <ac:chgData name="Jean-Yves Vuillequez" userId="e7fac481abea6bd0" providerId="LiveId" clId="{79E365E8-22BC-4EC2-9606-9A9AC6CD1D22}" dt="2025-11-22T18:22:29.522" v="7678" actId="208"/>
          <ac:cxnSpMkLst>
            <pc:docMk/>
            <pc:sldMk cId="1821755839" sldId="274"/>
            <ac:cxnSpMk id="1062" creationId="{0CF073E9-1859-B299-0281-F152BD635678}"/>
          </ac:cxnSpMkLst>
        </pc:cxnChg>
        <pc:cxnChg chg="add mod">
          <ac:chgData name="Jean-Yves Vuillequez" userId="e7fac481abea6bd0" providerId="LiveId" clId="{79E365E8-22BC-4EC2-9606-9A9AC6CD1D22}" dt="2025-11-20T12:05:49.967" v="2793" actId="1076"/>
          <ac:cxnSpMkLst>
            <pc:docMk/>
            <pc:sldMk cId="1821755839" sldId="274"/>
            <ac:cxnSpMk id="1068" creationId="{3FF98031-1DCE-7770-7F38-10F134A37AB2}"/>
          </ac:cxnSpMkLst>
        </pc:cxnChg>
        <pc:cxnChg chg="add mod">
          <ac:chgData name="Jean-Yves Vuillequez" userId="e7fac481abea6bd0" providerId="LiveId" clId="{79E365E8-22BC-4EC2-9606-9A9AC6CD1D22}" dt="2025-11-22T09:49:17.557" v="7465" actId="14100"/>
          <ac:cxnSpMkLst>
            <pc:docMk/>
            <pc:sldMk cId="1821755839" sldId="274"/>
            <ac:cxnSpMk id="1075" creationId="{EB70B985-2508-613E-3824-FAD3BB6966AC}"/>
          </ac:cxnSpMkLst>
        </pc:cxnChg>
        <pc:cxnChg chg="add del mod">
          <ac:chgData name="Jean-Yves Vuillequez" userId="e7fac481abea6bd0" providerId="LiveId" clId="{79E365E8-22BC-4EC2-9606-9A9AC6CD1D22}" dt="2025-11-22T09:49:31.711" v="7473" actId="478"/>
          <ac:cxnSpMkLst>
            <pc:docMk/>
            <pc:sldMk cId="1821755839" sldId="274"/>
            <ac:cxnSpMk id="2055" creationId="{87E620DB-CBC1-5464-4E1E-A4B454C8BE5D}"/>
          </ac:cxnSpMkLst>
        </pc:cxnChg>
        <pc:cxnChg chg="add mod">
          <ac:chgData name="Jean-Yves Vuillequez" userId="e7fac481abea6bd0" providerId="LiveId" clId="{79E365E8-22BC-4EC2-9606-9A9AC6CD1D22}" dt="2025-11-22T18:15:55.951" v="7607" actId="1076"/>
          <ac:cxnSpMkLst>
            <pc:docMk/>
            <pc:sldMk cId="1821755839" sldId="274"/>
            <ac:cxnSpMk id="2101" creationId="{47334CC6-EC52-DED0-C7E9-A5E77BF2B99A}"/>
          </ac:cxnSpMkLst>
        </pc:cxnChg>
      </pc:sldChg>
      <pc:sldChg chg="addSp delSp modSp add mod ord">
        <pc:chgData name="Jean-Yves Vuillequez" userId="e7fac481abea6bd0" providerId="LiveId" clId="{79E365E8-22BC-4EC2-9606-9A9AC6CD1D22}" dt="2025-11-20T16:41:43.422" v="4740" actId="113"/>
        <pc:sldMkLst>
          <pc:docMk/>
          <pc:sldMk cId="4088050223" sldId="275"/>
        </pc:sldMkLst>
        <pc:spChg chg="add mod">
          <ac:chgData name="Jean-Yves Vuillequez" userId="e7fac481abea6bd0" providerId="LiveId" clId="{79E365E8-22BC-4EC2-9606-9A9AC6CD1D22}" dt="2025-11-20T16:11:43.034" v="4634" actId="948"/>
          <ac:spMkLst>
            <pc:docMk/>
            <pc:sldMk cId="4088050223" sldId="275"/>
            <ac:spMk id="4" creationId="{9EF8D937-D220-A74B-8191-12E681FE1A08}"/>
          </ac:spMkLst>
        </pc:spChg>
        <pc:spChg chg="mod">
          <ac:chgData name="Jean-Yves Vuillequez" userId="e7fac481abea6bd0" providerId="LiveId" clId="{79E365E8-22BC-4EC2-9606-9A9AC6CD1D22}" dt="2025-11-20T16:41:43.422" v="4740" actId="113"/>
          <ac:spMkLst>
            <pc:docMk/>
            <pc:sldMk cId="4088050223" sldId="275"/>
            <ac:spMk id="96" creationId="{CFE260F2-EC75-DDF8-CE55-329FB5D8E4C4}"/>
          </ac:spMkLst>
        </pc:spChg>
      </pc:sldChg>
      <pc:sldChg chg="addSp delSp modSp mod addAnim delAnim modAnim modNotesTx">
        <pc:chgData name="Jean-Yves Vuillequez" userId="e7fac481abea6bd0" providerId="LiveId" clId="{79E365E8-22BC-4EC2-9606-9A9AC6CD1D22}" dt="2025-11-20T20:03:48.943" v="4847"/>
        <pc:sldMkLst>
          <pc:docMk/>
          <pc:sldMk cId="406580661" sldId="286"/>
        </pc:sldMkLst>
        <pc:spChg chg="add mod">
          <ac:chgData name="Jean-Yves Vuillequez" userId="e7fac481abea6bd0" providerId="LiveId" clId="{79E365E8-22BC-4EC2-9606-9A9AC6CD1D22}" dt="2025-11-20T20:01:17.573" v="4830" actId="113"/>
          <ac:spMkLst>
            <pc:docMk/>
            <pc:sldMk cId="406580661" sldId="286"/>
            <ac:spMk id="3" creationId="{E62B04DD-611C-26E7-F33B-2490F943666E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5" creationId="{70346AF7-2EF1-3620-DDC0-3FB0A4344A61}"/>
          </ac:spMkLst>
        </pc:spChg>
        <pc:spChg chg="add mod">
          <ac:chgData name="Jean-Yves Vuillequez" userId="e7fac481abea6bd0" providerId="LiveId" clId="{79E365E8-22BC-4EC2-9606-9A9AC6CD1D22}" dt="2025-11-20T20:01:28.181" v="4837" actId="113"/>
          <ac:spMkLst>
            <pc:docMk/>
            <pc:sldMk cId="406580661" sldId="286"/>
            <ac:spMk id="6" creationId="{EECDC86C-FCEE-561B-5E32-81BAAA77D281}"/>
          </ac:spMkLst>
        </pc:spChg>
        <pc:spChg chg="add mod">
          <ac:chgData name="Jean-Yves Vuillequez" userId="e7fac481abea6bd0" providerId="LiveId" clId="{79E365E8-22BC-4EC2-9606-9A9AC6CD1D22}" dt="2025-11-20T16:49:28.425" v="4780" actId="1076"/>
          <ac:spMkLst>
            <pc:docMk/>
            <pc:sldMk cId="406580661" sldId="286"/>
            <ac:spMk id="7" creationId="{5B604FB2-0DB7-F88D-245F-B97935413119}"/>
          </ac:spMkLst>
        </pc:spChg>
        <pc:spChg chg="add mod">
          <ac:chgData name="Jean-Yves Vuillequez" userId="e7fac481abea6bd0" providerId="LiveId" clId="{79E365E8-22BC-4EC2-9606-9A9AC6CD1D22}" dt="2025-11-20T20:01:06.610" v="4829" actId="404"/>
          <ac:spMkLst>
            <pc:docMk/>
            <pc:sldMk cId="406580661" sldId="286"/>
            <ac:spMk id="8" creationId="{9642715D-CAE4-8BA3-47DD-C9EF6EBB8572}"/>
          </ac:spMkLst>
        </pc:spChg>
        <pc:spChg chg="add mod">
          <ac:chgData name="Jean-Yves Vuillequez" userId="e7fac481abea6bd0" providerId="LiveId" clId="{79E365E8-22BC-4EC2-9606-9A9AC6CD1D22}" dt="2025-11-20T14:16:41.205" v="3597" actId="20577"/>
          <ac:spMkLst>
            <pc:docMk/>
            <pc:sldMk cId="406580661" sldId="286"/>
            <ac:spMk id="9" creationId="{C0AFC55C-7B26-1A33-6493-F9AF2D0F07CD}"/>
          </ac:spMkLst>
        </pc:spChg>
        <pc:spChg chg="add mod or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12" creationId="{C022C94F-050F-AB01-28C1-2AD03599D414}"/>
          </ac:spMkLst>
        </pc:spChg>
        <pc:spChg chg="add mod">
          <ac:chgData name="Jean-Yves Vuillequez" userId="e7fac481abea6bd0" providerId="LiveId" clId="{79E365E8-22BC-4EC2-9606-9A9AC6CD1D22}" dt="2025-11-20T16:48:03.372" v="4774" actId="20577"/>
          <ac:spMkLst>
            <pc:docMk/>
            <pc:sldMk cId="406580661" sldId="286"/>
            <ac:spMk id="14" creationId="{2FD38D0D-A22A-3A3C-C242-55050E7F3342}"/>
          </ac:spMkLst>
        </pc:spChg>
        <pc:spChg chg="mod topLvl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18" creationId="{C17A729F-F9AB-A73C-CEFD-D87C2948A123}"/>
          </ac:spMkLst>
        </pc:spChg>
        <pc:spChg chg="add mod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30" creationId="{717391EF-3678-1116-53EE-765DF8F95C9C}"/>
          </ac:spMkLst>
        </pc:spChg>
        <pc:spChg chg="mod topLvl">
          <ac:chgData name="Jean-Yves Vuillequez" userId="e7fac481abea6bd0" providerId="LiveId" clId="{79E365E8-22BC-4EC2-9606-9A9AC6CD1D22}" dt="2025-11-20T16:49:15.530" v="4775" actId="164"/>
          <ac:spMkLst>
            <pc:docMk/>
            <pc:sldMk cId="406580661" sldId="286"/>
            <ac:spMk id="36" creationId="{D67E0D0C-C631-6E3B-A20F-F6A59723BAE6}"/>
          </ac:spMkLst>
        </pc:spChg>
        <pc:spChg chg="add mod">
          <ac:chgData name="Jean-Yves Vuillequez" userId="e7fac481abea6bd0" providerId="LiveId" clId="{79E365E8-22BC-4EC2-9606-9A9AC6CD1D22}" dt="2025-11-20T16:46:47.881" v="4766" actId="1038"/>
          <ac:spMkLst>
            <pc:docMk/>
            <pc:sldMk cId="406580661" sldId="286"/>
            <ac:spMk id="43" creationId="{889E2712-F3EE-1CE7-817F-EE37ED7B2818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4" creationId="{52DAE273-297D-B78E-8D7A-2AA631E57226}"/>
          </ac:spMkLst>
        </pc:spChg>
        <pc:spChg chg="mod">
          <ac:chgData name="Jean-Yves Vuillequez" userId="e7fac481abea6bd0" providerId="LiveId" clId="{79E365E8-22BC-4EC2-9606-9A9AC6CD1D22}" dt="2025-11-20T08:33:31.466" v="346" actId="113"/>
          <ac:spMkLst>
            <pc:docMk/>
            <pc:sldMk cId="406580661" sldId="286"/>
            <ac:spMk id="70" creationId="{6C332C7A-0C1B-7002-DD8F-E4EB26F3199D}"/>
          </ac:spMkLst>
        </pc:spChg>
        <pc:grpChg chg="add mod">
          <ac:chgData name="Jean-Yves Vuillequez" userId="e7fac481abea6bd0" providerId="LiveId" clId="{79E365E8-22BC-4EC2-9606-9A9AC6CD1D22}" dt="2025-11-20T16:49:15.530" v="4775" actId="164"/>
          <ac:grpSpMkLst>
            <pc:docMk/>
            <pc:sldMk cId="406580661" sldId="286"/>
            <ac:grpSpMk id="2" creationId="{E67CEDCE-6321-C0A9-D055-67F795430912}"/>
          </ac:grpSpMkLst>
        </pc:grpChg>
        <pc:grpChg chg="add mod">
          <ac:chgData name="Jean-Yves Vuillequez" userId="e7fac481abea6bd0" providerId="LiveId" clId="{79E365E8-22BC-4EC2-9606-9A9AC6CD1D22}" dt="2025-11-20T16:49:30.082" v="4782" actId="1076"/>
          <ac:grpSpMkLst>
            <pc:docMk/>
            <pc:sldMk cId="406580661" sldId="286"/>
            <ac:grpSpMk id="4" creationId="{EED4DECD-AB82-3770-D867-F5E3DC0F46C6}"/>
          </ac:grpSpMkLst>
        </pc:grpChg>
        <pc:grpChg chg="add mod">
          <ac:chgData name="Jean-Yves Vuillequez" userId="e7fac481abea6bd0" providerId="LiveId" clId="{79E365E8-22BC-4EC2-9606-9A9AC6CD1D22}" dt="2025-11-20T16:49:24.665" v="4778" actId="1076"/>
          <ac:grpSpMkLst>
            <pc:docMk/>
            <pc:sldMk cId="406580661" sldId="286"/>
            <ac:grpSpMk id="13" creationId="{4F2C3D66-D0D7-A86C-2848-AD50FAA4BBE5}"/>
          </ac:grpSpMkLst>
        </pc:grpChg>
        <pc:picChg chg="add mod">
          <ac:chgData name="Jean-Yves Vuillequez" userId="e7fac481abea6bd0" providerId="LiveId" clId="{79E365E8-22BC-4EC2-9606-9A9AC6CD1D22}" dt="2025-11-20T14:11:57.466" v="3568" actId="571"/>
          <ac:picMkLst>
            <pc:docMk/>
            <pc:sldMk cId="406580661" sldId="286"/>
            <ac:picMk id="11" creationId="{2D31D0A9-EF5E-70FA-7828-1FD6A1E4CECA}"/>
          </ac:picMkLst>
        </pc:picChg>
        <pc:picChg chg="add mod">
          <ac:chgData name="Jean-Yves Vuillequez" userId="e7fac481abea6bd0" providerId="LiveId" clId="{79E365E8-22BC-4EC2-9606-9A9AC6CD1D22}" dt="2025-11-20T16:49:15.530" v="4775" actId="164"/>
          <ac:picMkLst>
            <pc:docMk/>
            <pc:sldMk cId="406580661" sldId="286"/>
            <ac:picMk id="39" creationId="{9A15F92F-8AF9-9A60-52D8-D7970DAB78E9}"/>
          </ac:picMkLst>
        </pc:picChg>
      </pc:sldChg>
      <pc:sldChg chg="addSp delSp modSp add mod ord modAnim">
        <pc:chgData name="Jean-Yves Vuillequez" userId="e7fac481abea6bd0" providerId="LiveId" clId="{79E365E8-22BC-4EC2-9606-9A9AC6CD1D22}" dt="2025-11-20T20:00:47.118" v="4826"/>
        <pc:sldMkLst>
          <pc:docMk/>
          <pc:sldMk cId="3647836335" sldId="287"/>
        </pc:sldMkLst>
        <pc:spChg chg="mod">
          <ac:chgData name="Jean-Yves Vuillequez" userId="e7fac481abea6bd0" providerId="LiveId" clId="{79E365E8-22BC-4EC2-9606-9A9AC6CD1D22}" dt="2025-11-20T14:32:47.453" v="3730" actId="1076"/>
          <ac:spMkLst>
            <pc:docMk/>
            <pc:sldMk cId="3647836335" sldId="287"/>
            <ac:spMk id="4" creationId="{A5620247-49B7-3C5A-F47B-760300A2EB3C}"/>
          </ac:spMkLst>
        </pc:spChg>
        <pc:spChg chg="add mod">
          <ac:chgData name="Jean-Yves Vuillequez" userId="e7fac481abea6bd0" providerId="LiveId" clId="{79E365E8-22BC-4EC2-9606-9A9AC6CD1D22}" dt="2025-11-20T14:42:08.372" v="3851" actId="1076"/>
          <ac:spMkLst>
            <pc:docMk/>
            <pc:sldMk cId="3647836335" sldId="287"/>
            <ac:spMk id="6" creationId="{29FB1499-A171-6144-AABD-0D25B6F5E06F}"/>
          </ac:spMkLst>
        </pc:spChg>
        <pc:spChg chg="add mod">
          <ac:chgData name="Jean-Yves Vuillequez" userId="e7fac481abea6bd0" providerId="LiveId" clId="{79E365E8-22BC-4EC2-9606-9A9AC6CD1D22}" dt="2025-11-20T15:39:16.378" v="4055" actId="113"/>
          <ac:spMkLst>
            <pc:docMk/>
            <pc:sldMk cId="3647836335" sldId="287"/>
            <ac:spMk id="7" creationId="{FE1AD29E-F0C4-AB85-1B97-2B116EDF3685}"/>
          </ac:spMkLst>
        </pc:spChg>
        <pc:spChg chg="add mod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8" creationId="{FFAA5FC3-4442-F0CD-2CEC-F6B1FFBCF1F2}"/>
          </ac:spMkLst>
        </pc:spChg>
        <pc:spChg chg="add mod">
          <ac:chgData name="Jean-Yves Vuillequez" userId="e7fac481abea6bd0" providerId="LiveId" clId="{79E365E8-22BC-4EC2-9606-9A9AC6CD1D22}" dt="2025-11-20T14:45:13.576" v="3930" actId="20577"/>
          <ac:spMkLst>
            <pc:docMk/>
            <pc:sldMk cId="3647836335" sldId="287"/>
            <ac:spMk id="9" creationId="{F61F0C2E-13CA-D614-0867-5C215EF2BD6C}"/>
          </ac:spMkLst>
        </pc:spChg>
        <pc:spChg chg="add mod ord">
          <ac:chgData name="Jean-Yves Vuillequez" userId="e7fac481abea6bd0" providerId="LiveId" clId="{79E365E8-22BC-4EC2-9606-9A9AC6CD1D22}" dt="2025-11-20T14:40:08.325" v="3828" actId="164"/>
          <ac:spMkLst>
            <pc:docMk/>
            <pc:sldMk cId="3647836335" sldId="287"/>
            <ac:spMk id="10" creationId="{1501C6C6-00E9-8CE8-0E69-6C28FB515B04}"/>
          </ac:spMkLst>
        </pc:spChg>
        <pc:spChg chg="mod topLvl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13" creationId="{3D2BBABE-A770-A1E0-2F9F-A99485CCB407}"/>
          </ac:spMkLst>
        </pc:spChg>
        <pc:spChg chg="mod">
          <ac:chgData name="Jean-Yves Vuillequez" userId="e7fac481abea6bd0" providerId="LiveId" clId="{79E365E8-22BC-4EC2-9606-9A9AC6CD1D22}" dt="2025-11-20T08:33:33.444" v="347" actId="108"/>
          <ac:spMkLst>
            <pc:docMk/>
            <pc:sldMk cId="3647836335" sldId="287"/>
            <ac:spMk id="70" creationId="{1CDDF2B5-8696-D966-7AE7-2D1548853B07}"/>
          </ac:spMkLst>
        </pc:spChg>
        <pc:grpChg chg="add mod">
          <ac:chgData name="Jean-Yves Vuillequez" userId="e7fac481abea6bd0" providerId="LiveId" clId="{79E365E8-22BC-4EC2-9606-9A9AC6CD1D22}" dt="2025-11-20T14:42:26.465" v="3877" actId="1038"/>
          <ac:grpSpMkLst>
            <pc:docMk/>
            <pc:sldMk cId="3647836335" sldId="287"/>
            <ac:grpSpMk id="11" creationId="{5108A918-E4C6-F9A2-4BF9-64DD15B4F141}"/>
          </ac:grpSpMkLst>
        </pc:grpChg>
        <pc:picChg chg="add del mod ord modCrop">
          <ac:chgData name="Jean-Yves Vuillequez" userId="e7fac481abea6bd0" providerId="LiveId" clId="{79E365E8-22BC-4EC2-9606-9A9AC6CD1D22}" dt="2025-11-20T14:40:08.325" v="3828" actId="164"/>
          <ac:picMkLst>
            <pc:docMk/>
            <pc:sldMk cId="3647836335" sldId="287"/>
            <ac:picMk id="3" creationId="{6A545F97-3B88-9E33-8963-86A0AF9F20D2}"/>
          </ac:picMkLst>
        </pc:picChg>
      </pc:sldChg>
      <pc:sldChg chg="addSp delSp modSp add mod modNotesTx">
        <pc:chgData name="Jean-Yves Vuillequez" userId="e7fac481abea6bd0" providerId="LiveId" clId="{79E365E8-22BC-4EC2-9606-9A9AC6CD1D22}" dt="2025-11-21T15:51:02.429" v="7194" actId="14100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20T08:33:57.371" v="352" actId="113"/>
          <ac:spMkLst>
            <pc:docMk/>
            <pc:sldMk cId="2290935718" sldId="289"/>
            <ac:spMk id="2" creationId="{EBF06A3A-1FD1-62CC-FA82-868DA8F80F0D}"/>
          </ac:spMkLst>
        </pc:spChg>
        <pc:spChg chg="add mod">
          <ac:chgData name="Jean-Yves Vuillequez" userId="e7fac481abea6bd0" providerId="LiveId" clId="{79E365E8-22BC-4EC2-9606-9A9AC6CD1D22}" dt="2025-11-21T15:51:02.429" v="7194" actId="14100"/>
          <ac:spMkLst>
            <pc:docMk/>
            <pc:sldMk cId="2290935718" sldId="289"/>
            <ac:spMk id="8" creationId="{91E5332C-F2D0-0543-DF7C-6D3B8D01B2FA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9" creationId="{F0B9A769-DDF6-9710-D866-D2F50F863B22}"/>
          </ac:spMkLst>
        </pc:spChg>
        <pc:spChg chg="add mod">
          <ac:chgData name="Jean-Yves Vuillequez" userId="e7fac481abea6bd0" providerId="LiveId" clId="{79E365E8-22BC-4EC2-9606-9A9AC6CD1D22}" dt="2025-11-21T14:57:50.116" v="7125" actId="1076"/>
          <ac:spMkLst>
            <pc:docMk/>
            <pc:sldMk cId="2290935718" sldId="289"/>
            <ac:spMk id="10" creationId="{DFD47DBC-035B-0B7D-9BB3-A4937ED2C9EB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11" creationId="{EEC86C4D-A9B4-4A74-ED37-29E01179A4EB}"/>
          </ac:spMkLst>
        </pc:spChg>
        <pc:spChg chg="mod">
          <ac:chgData name="Jean-Yves Vuillequez" userId="e7fac481abea6bd0" providerId="LiveId" clId="{79E365E8-22BC-4EC2-9606-9A9AC6CD1D22}" dt="2025-11-20T08:33:54.226" v="351" actId="113"/>
          <ac:spMkLst>
            <pc:docMk/>
            <pc:sldMk cId="2290935718" sldId="289"/>
            <ac:spMk id="178" creationId="{834EF362-0DAC-26BA-DE49-3126B33E851C}"/>
          </ac:spMkLst>
        </pc:spChg>
        <pc:picChg chg="add mod">
          <ac:chgData name="Jean-Yves Vuillequez" userId="e7fac481abea6bd0" providerId="LiveId" clId="{79E365E8-22BC-4EC2-9606-9A9AC6CD1D22}" dt="2025-11-21T14:51:53.241" v="7078" actId="1076"/>
          <ac:picMkLst>
            <pc:docMk/>
            <pc:sldMk cId="2290935718" sldId="289"/>
            <ac:picMk id="5" creationId="{937780E3-EE64-E9EA-5E8A-0FA88242AC93}"/>
          </ac:picMkLst>
        </pc:picChg>
        <pc:picChg chg="add mod">
          <ac:chgData name="Jean-Yves Vuillequez" userId="e7fac481abea6bd0" providerId="LiveId" clId="{79E365E8-22BC-4EC2-9606-9A9AC6CD1D22}" dt="2025-11-21T14:51:53.241" v="7078" actId="1076"/>
          <ac:picMkLst>
            <pc:docMk/>
            <pc:sldMk cId="2290935718" sldId="289"/>
            <ac:picMk id="7" creationId="{5FE561E2-56B0-D6A0-F0B7-7F202EE51386}"/>
          </ac:picMkLst>
        </pc:picChg>
      </pc:sldChg>
      <pc:sldChg chg="addSp delSp modSp add mod modNotesTx">
        <pc:chgData name="Jean-Yves Vuillequez" userId="e7fac481abea6bd0" providerId="LiveId" clId="{79E365E8-22BC-4EC2-9606-9A9AC6CD1D22}" dt="2025-11-21T15:51:10.968" v="7196" actId="478"/>
        <pc:sldMkLst>
          <pc:docMk/>
          <pc:sldMk cId="3332770" sldId="291"/>
        </pc:sldMkLst>
        <pc:spChg chg="mod">
          <ac:chgData name="Jean-Yves Vuillequez" userId="e7fac481abea6bd0" providerId="LiveId" clId="{79E365E8-22BC-4EC2-9606-9A9AC6CD1D22}" dt="2025-11-20T08:35:19.768" v="354" actId="113"/>
          <ac:spMkLst>
            <pc:docMk/>
            <pc:sldMk cId="3332770" sldId="291"/>
            <ac:spMk id="2" creationId="{010F41C2-7624-67DE-B008-1F392C11A870}"/>
          </ac:spMkLst>
        </pc:spChg>
        <pc:spChg chg="add mod">
          <ac:chgData name="Jean-Yves Vuillequez" userId="e7fac481abea6bd0" providerId="LiveId" clId="{79E365E8-22BC-4EC2-9606-9A9AC6CD1D22}" dt="2025-11-21T13:45:28.037" v="6647"/>
          <ac:spMkLst>
            <pc:docMk/>
            <pc:sldMk cId="3332770" sldId="291"/>
            <ac:spMk id="5" creationId="{106A5BFC-54FA-403D-6C73-A732BC1D4F71}"/>
          </ac:spMkLst>
        </pc:spChg>
        <pc:spChg chg="add mod">
          <ac:chgData name="Jean-Yves Vuillequez" userId="e7fac481abea6bd0" providerId="LiveId" clId="{79E365E8-22BC-4EC2-9606-9A9AC6CD1D22}" dt="2025-11-21T13:45:28.037" v="6647"/>
          <ac:spMkLst>
            <pc:docMk/>
            <pc:sldMk cId="3332770" sldId="291"/>
            <ac:spMk id="6" creationId="{EBF21BA6-F9E0-6E0C-29B6-304458B8661D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5" creationId="{013ABAC4-C3BB-EC02-35DA-A3D2775495BD}"/>
          </ac:spMkLst>
        </pc:spChg>
        <pc:spChg chg="add mod">
          <ac:chgData name="Jean-Yves Vuillequez" userId="e7fac481abea6bd0" providerId="LiveId" clId="{79E365E8-22BC-4EC2-9606-9A9AC6CD1D22}" dt="2025-11-21T14:57:53.236" v="7126" actId="1076"/>
          <ac:spMkLst>
            <pc:docMk/>
            <pc:sldMk cId="3332770" sldId="291"/>
            <ac:spMk id="16" creationId="{351780FB-D45B-8CC9-9474-2419578455B1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7" creationId="{4D10BBB2-7966-3E3A-0D09-F29E1C548804}"/>
          </ac:spMkLst>
        </pc:spChg>
        <pc:spChg chg="mod">
          <ac:chgData name="Jean-Yves Vuillequez" userId="e7fac481abea6bd0" providerId="LiveId" clId="{79E365E8-22BC-4EC2-9606-9A9AC6CD1D22}" dt="2025-11-20T08:35:17.304" v="353" actId="113"/>
          <ac:spMkLst>
            <pc:docMk/>
            <pc:sldMk cId="3332770" sldId="291"/>
            <ac:spMk id="178" creationId="{1DE246AA-5B17-33A5-5EF2-125E8EA81EFC}"/>
          </ac:spMkLst>
        </pc:spChg>
        <pc:picChg chg="add mod">
          <ac:chgData name="Jean-Yves Vuillequez" userId="e7fac481abea6bd0" providerId="LiveId" clId="{79E365E8-22BC-4EC2-9606-9A9AC6CD1D22}" dt="2025-11-21T14:41:50.316" v="6978" actId="1076"/>
          <ac:picMkLst>
            <pc:docMk/>
            <pc:sldMk cId="3332770" sldId="291"/>
            <ac:picMk id="11" creationId="{6B0F1A83-2432-176C-4AA5-8DD51C43E45F}"/>
          </ac:picMkLst>
        </pc:picChg>
        <pc:picChg chg="add mod">
          <ac:chgData name="Jean-Yves Vuillequez" userId="e7fac481abea6bd0" providerId="LiveId" clId="{79E365E8-22BC-4EC2-9606-9A9AC6CD1D22}" dt="2025-11-21T14:41:50.316" v="6978" actId="1076"/>
          <ac:picMkLst>
            <pc:docMk/>
            <pc:sldMk cId="3332770" sldId="291"/>
            <ac:picMk id="13" creationId="{42BBF9A1-C47F-62DF-F307-88D7E8C42892}"/>
          </ac:picMkLst>
        </pc:picChg>
        <pc:cxnChg chg="add mod">
          <ac:chgData name="Jean-Yves Vuillequez" userId="e7fac481abea6bd0" providerId="LiveId" clId="{79E365E8-22BC-4EC2-9606-9A9AC6CD1D22}" dt="2025-11-21T13:45:28.037" v="6647"/>
          <ac:cxnSpMkLst>
            <pc:docMk/>
            <pc:sldMk cId="3332770" sldId="291"/>
            <ac:cxnSpMk id="7" creationId="{224835CE-7645-B9BF-DF02-20730C1E63FF}"/>
          </ac:cxnSpMkLst>
        </pc:cxnChg>
      </pc:sldChg>
      <pc:sldChg chg="addSp delSp modSp add mod ord delAnim modAnim modNotesTx">
        <pc:chgData name="Jean-Yves Vuillequez" userId="e7fac481abea6bd0" providerId="LiveId" clId="{79E365E8-22BC-4EC2-9606-9A9AC6CD1D22}" dt="2025-11-21T15:51:07.122" v="7195" actId="478"/>
        <pc:sldMkLst>
          <pc:docMk/>
          <pc:sldMk cId="3315518580" sldId="292"/>
        </pc:sldMkLst>
        <pc:spChg chg="add mod">
          <ac:chgData name="Jean-Yves Vuillequez" userId="e7fac481abea6bd0" providerId="LiveId" clId="{79E365E8-22BC-4EC2-9606-9A9AC6CD1D22}" dt="2025-11-21T14:03:47.959" v="6805" actId="14100"/>
          <ac:spMkLst>
            <pc:docMk/>
            <pc:sldMk cId="3315518580" sldId="292"/>
            <ac:spMk id="2" creationId="{6010F8FA-C28E-A43A-D055-D8E240B71778}"/>
          </ac:spMkLst>
        </pc:spChg>
        <pc:spChg chg="add mod">
          <ac:chgData name="Jean-Yves Vuillequez" userId="e7fac481abea6bd0" providerId="LiveId" clId="{79E365E8-22BC-4EC2-9606-9A9AC6CD1D22}" dt="2025-11-21T14:04:10.873" v="6846" actId="113"/>
          <ac:spMkLst>
            <pc:docMk/>
            <pc:sldMk cId="3315518580" sldId="292"/>
            <ac:spMk id="3" creationId="{8E129141-57FA-3782-2D29-46A01202FF38}"/>
          </ac:spMkLst>
        </pc:spChg>
        <pc:spChg chg="add mod">
          <ac:chgData name="Jean-Yves Vuillequez" userId="e7fac481abea6bd0" providerId="LiveId" clId="{79E365E8-22BC-4EC2-9606-9A9AC6CD1D22}" dt="2025-11-21T09:41:24.918" v="5751" actId="113"/>
          <ac:spMkLst>
            <pc:docMk/>
            <pc:sldMk cId="3315518580" sldId="292"/>
            <ac:spMk id="6" creationId="{0E35907B-6989-788E-7DC3-A17A61D93F25}"/>
          </ac:spMkLst>
        </pc:spChg>
        <pc:spChg chg="add mod or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9" creationId="{B6EC7C46-975B-FBFB-4AEA-EBA9F7AF7291}"/>
          </ac:spMkLst>
        </pc:spChg>
        <pc:spChg chg="mod topLvl">
          <ac:chgData name="Jean-Yves Vuillequez" userId="e7fac481abea6bd0" providerId="LiveId" clId="{79E365E8-22BC-4EC2-9606-9A9AC6CD1D22}" dt="2025-11-20T15:12:24.584" v="3988" actId="478"/>
          <ac:spMkLst>
            <pc:docMk/>
            <pc:sldMk cId="3315518580" sldId="292"/>
            <ac:spMk id="11" creationId="{0363B15A-A0C9-C3C8-63BB-CDD69C135FDC}"/>
          </ac:spMkLst>
        </pc:spChg>
        <pc:spChg chg="add mo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16" creationId="{5F896893-885B-D70B-25B5-CAABE54E0893}"/>
          </ac:spMkLst>
        </pc:spChg>
        <pc:spChg chg="mod">
          <ac:chgData name="Jean-Yves Vuillequez" userId="e7fac481abea6bd0" providerId="LiveId" clId="{79E365E8-22BC-4EC2-9606-9A9AC6CD1D22}" dt="2025-11-20T08:35:26.468" v="355" actId="113"/>
          <ac:spMkLst>
            <pc:docMk/>
            <pc:sldMk cId="3315518580" sldId="292"/>
            <ac:spMk id="70" creationId="{C70766F9-707C-9B0E-5A17-F03AA1792E9A}"/>
          </ac:spMkLst>
        </pc:spChg>
        <pc:grpChg chg="add mod">
          <ac:chgData name="Jean-Yves Vuillequez" userId="e7fac481abea6bd0" providerId="LiveId" clId="{79E365E8-22BC-4EC2-9606-9A9AC6CD1D22}" dt="2025-11-21T15:24:06.980" v="7159" actId="164"/>
          <ac:grpSpMkLst>
            <pc:docMk/>
            <pc:sldMk cId="3315518580" sldId="292"/>
            <ac:grpSpMk id="5" creationId="{F4E17C80-100B-9769-D624-90E0C0132394}"/>
          </ac:grpSpMkLst>
        </pc:grpChg>
        <pc:picChg chg="add mod">
          <ac:chgData name="Jean-Yves Vuillequez" userId="e7fac481abea6bd0" providerId="LiveId" clId="{79E365E8-22BC-4EC2-9606-9A9AC6CD1D22}" dt="2025-11-20T15:12:42.291" v="3996" actId="1076"/>
          <ac:picMkLst>
            <pc:docMk/>
            <pc:sldMk cId="3315518580" sldId="292"/>
            <ac:picMk id="14" creationId="{D2D4CD58-268F-2BAD-F9AA-0A0C8A5BE5A7}"/>
          </ac:picMkLst>
        </pc:picChg>
      </pc:sldChg>
      <pc:sldChg chg="addSp delSp modSp add mod modAnim">
        <pc:chgData name="Jean-Yves Vuillequez" userId="e7fac481abea6bd0" providerId="LiveId" clId="{79E365E8-22BC-4EC2-9606-9A9AC6CD1D22}" dt="2025-11-20T20:39:03.631" v="5241"/>
        <pc:sldMkLst>
          <pc:docMk/>
          <pc:sldMk cId="1155304805" sldId="293"/>
        </pc:sldMkLst>
        <pc:spChg chg="mod">
          <ac:chgData name="Jean-Yves Vuillequez" userId="e7fac481abea6bd0" providerId="LiveId" clId="{79E365E8-22BC-4EC2-9606-9A9AC6CD1D22}" dt="2025-11-20T13:25:30.949" v="3239" actId="1076"/>
          <ac:spMkLst>
            <pc:docMk/>
            <pc:sldMk cId="1155304805" sldId="293"/>
            <ac:spMk id="2" creationId="{1563EBE9-16C3-6238-4969-9E03C7CCE61D}"/>
          </ac:spMkLst>
        </pc:spChg>
        <pc:spChg chg="mod">
          <ac:chgData name="Jean-Yves Vuillequez" userId="e7fac481abea6bd0" providerId="LiveId" clId="{79E365E8-22BC-4EC2-9606-9A9AC6CD1D22}" dt="2025-11-20T13:16:47.610" v="3140" actId="14100"/>
          <ac:spMkLst>
            <pc:docMk/>
            <pc:sldMk cId="1155304805" sldId="293"/>
            <ac:spMk id="22" creationId="{3D391DBE-8CF2-EE5C-2F68-B5607E178464}"/>
          </ac:spMkLst>
        </pc:spChg>
        <pc:spChg chg="mod">
          <ac:chgData name="Jean-Yves Vuillequez" userId="e7fac481abea6bd0" providerId="LiveId" clId="{79E365E8-22BC-4EC2-9606-9A9AC6CD1D22}" dt="2025-11-20T13:16:55.175" v="3142" actId="20577"/>
          <ac:spMkLst>
            <pc:docMk/>
            <pc:sldMk cId="1155304805" sldId="293"/>
            <ac:spMk id="27" creationId="{042A2A8D-6005-1889-1403-BC666FC81A37}"/>
          </ac:spMkLst>
        </pc:spChg>
        <pc:spChg chg="mod">
          <ac:chgData name="Jean-Yves Vuillequez" userId="e7fac481abea6bd0" providerId="LiveId" clId="{79E365E8-22BC-4EC2-9606-9A9AC6CD1D22}" dt="2025-11-20T13:21:37.603" v="3220" actId="313"/>
          <ac:spMkLst>
            <pc:docMk/>
            <pc:sldMk cId="1155304805" sldId="293"/>
            <ac:spMk id="29" creationId="{3BB7EFC0-9C01-A997-BF13-4D5D3052106F}"/>
          </ac:spMkLst>
        </pc:spChg>
        <pc:spChg chg="mod">
          <ac:chgData name="Jean-Yves Vuillequez" userId="e7fac481abea6bd0" providerId="LiveId" clId="{79E365E8-22BC-4EC2-9606-9A9AC6CD1D22}" dt="2025-11-20T13:21:36.093" v="3219" actId="313"/>
          <ac:spMkLst>
            <pc:docMk/>
            <pc:sldMk cId="1155304805" sldId="293"/>
            <ac:spMk id="32" creationId="{7F99F4F7-0E68-E50D-5D32-4D713CC22797}"/>
          </ac:spMkLst>
        </pc:spChg>
        <pc:picChg chg="add mod ord">
          <ac:chgData name="Jean-Yves Vuillequez" userId="e7fac481abea6bd0" providerId="LiveId" clId="{79E365E8-22BC-4EC2-9606-9A9AC6CD1D22}" dt="2025-11-20T13:18:54.190" v="3161" actId="1076"/>
          <ac:picMkLst>
            <pc:docMk/>
            <pc:sldMk cId="1155304805" sldId="293"/>
            <ac:picMk id="9" creationId="{84681BDA-D142-18E1-2191-03DE1F6FB8FA}"/>
          </ac:picMkLst>
        </pc:picChg>
        <pc:picChg chg="add mod">
          <ac:chgData name="Jean-Yves Vuillequez" userId="e7fac481abea6bd0" providerId="LiveId" clId="{79E365E8-22BC-4EC2-9606-9A9AC6CD1D22}" dt="2025-11-20T13:20:33.258" v="3167" actId="14100"/>
          <ac:picMkLst>
            <pc:docMk/>
            <pc:sldMk cId="1155304805" sldId="293"/>
            <ac:picMk id="14" creationId="{3B30B44E-DD21-0F7B-C83D-DEE95BA87D7D}"/>
          </ac:picMkLst>
        </pc:picChg>
        <pc:picChg chg="add mod">
          <ac:chgData name="Jean-Yves Vuillequez" userId="e7fac481abea6bd0" providerId="LiveId" clId="{79E365E8-22BC-4EC2-9606-9A9AC6CD1D22}" dt="2025-11-20T13:23:14.504" v="3231" actId="1076"/>
          <ac:picMkLst>
            <pc:docMk/>
            <pc:sldMk cId="1155304805" sldId="293"/>
            <ac:picMk id="17" creationId="{7BF05D77-BCB9-287C-3507-C65413D051DE}"/>
          </ac:picMkLst>
        </pc:picChg>
        <pc:picChg chg="add mod">
          <ac:chgData name="Jean-Yves Vuillequez" userId="e7fac481abea6bd0" providerId="LiveId" clId="{79E365E8-22BC-4EC2-9606-9A9AC6CD1D22}" dt="2025-11-20T13:25:16.756" v="3238" actId="1076"/>
          <ac:picMkLst>
            <pc:docMk/>
            <pc:sldMk cId="1155304805" sldId="293"/>
            <ac:picMk id="19" creationId="{47669945-4311-8D2F-8244-227CB848DB30}"/>
          </ac:picMkLst>
        </pc:picChg>
      </pc:sldChg>
      <pc:sldChg chg="modSp add mod">
        <pc:chgData name="Jean-Yves Vuillequez" userId="e7fac481abea6bd0" providerId="LiveId" clId="{79E365E8-22BC-4EC2-9606-9A9AC6CD1D22}" dt="2025-11-21T02:29:34.535" v="5608" actId="6549"/>
        <pc:sldMkLst>
          <pc:docMk/>
          <pc:sldMk cId="4010613788" sldId="294"/>
        </pc:sldMkLst>
        <pc:spChg chg="mod">
          <ac:chgData name="Jean-Yves Vuillequez" userId="e7fac481abea6bd0" providerId="LiveId" clId="{79E365E8-22BC-4EC2-9606-9A9AC6CD1D22}" dt="2025-11-20T16:41:47.501" v="4741" actId="113"/>
          <ac:spMkLst>
            <pc:docMk/>
            <pc:sldMk cId="4010613788" sldId="294"/>
            <ac:spMk id="96" creationId="{A01AE6FF-5294-F6EC-FB0D-D63D7D63D71C}"/>
          </ac:spMkLst>
        </pc:spChg>
        <pc:graphicFrameChg chg="modGraphic">
          <ac:chgData name="Jean-Yves Vuillequez" userId="e7fac481abea6bd0" providerId="LiveId" clId="{79E365E8-22BC-4EC2-9606-9A9AC6CD1D22}" dt="2025-11-21T02:29:34.535" v="5608" actId="6549"/>
          <ac:graphicFrameMkLst>
            <pc:docMk/>
            <pc:sldMk cId="4010613788" sldId="294"/>
            <ac:graphicFrameMk id="2" creationId="{1F110593-1E38-6872-65AA-F9F3DBB52889}"/>
          </ac:graphicFrameMkLst>
        </pc:graphicFrameChg>
      </pc:sldChg>
      <pc:sldChg chg="modSp add mod">
        <pc:chgData name="Jean-Yves Vuillequez" userId="e7fac481abea6bd0" providerId="LiveId" clId="{79E365E8-22BC-4EC2-9606-9A9AC6CD1D22}" dt="2025-11-20T20:45:26.230" v="5250" actId="20577"/>
        <pc:sldMkLst>
          <pc:docMk/>
          <pc:sldMk cId="2817282669" sldId="295"/>
        </pc:sldMkLst>
        <pc:spChg chg="mod">
          <ac:chgData name="Jean-Yves Vuillequez" userId="e7fac481abea6bd0" providerId="LiveId" clId="{79E365E8-22BC-4EC2-9606-9A9AC6CD1D22}" dt="2025-11-20T16:41:51.642" v="4742" actId="113"/>
          <ac:spMkLst>
            <pc:docMk/>
            <pc:sldMk cId="2817282669" sldId="295"/>
            <ac:spMk id="96" creationId="{3BC85E95-4F59-55B9-B380-6FD61AF2CA9D}"/>
          </ac:spMkLst>
        </pc:spChg>
        <pc:graphicFrameChg chg="mod modGraphic">
          <ac:chgData name="Jean-Yves Vuillequez" userId="e7fac481abea6bd0" providerId="LiveId" clId="{79E365E8-22BC-4EC2-9606-9A9AC6CD1D22}" dt="2025-11-20T20:45:26.230" v="5250" actId="20577"/>
          <ac:graphicFrameMkLst>
            <pc:docMk/>
            <pc:sldMk cId="2817282669" sldId="295"/>
            <ac:graphicFrameMk id="2" creationId="{6B59FC8E-B1AF-6E01-CC30-CE12D63DD2F8}"/>
          </ac:graphicFrameMkLst>
        </pc:graphicFrameChg>
      </pc:sldChg>
      <pc:sldChg chg="modSp add mod">
        <pc:chgData name="Jean-Yves Vuillequez" userId="e7fac481abea6bd0" providerId="LiveId" clId="{79E365E8-22BC-4EC2-9606-9A9AC6CD1D22}" dt="2025-11-21T02:15:47.871" v="5462" actId="20577"/>
        <pc:sldMkLst>
          <pc:docMk/>
          <pc:sldMk cId="2552402859" sldId="296"/>
        </pc:sldMkLst>
        <pc:spChg chg="mod">
          <ac:chgData name="Jean-Yves Vuillequez" userId="e7fac481abea6bd0" providerId="LiveId" clId="{79E365E8-22BC-4EC2-9606-9A9AC6CD1D22}" dt="2025-11-20T16:41:57.627" v="4743" actId="113"/>
          <ac:spMkLst>
            <pc:docMk/>
            <pc:sldMk cId="2552402859" sldId="296"/>
            <ac:spMk id="96" creationId="{CBB00398-E180-1580-BB88-2943694B8528}"/>
          </ac:spMkLst>
        </pc:spChg>
        <pc:graphicFrameChg chg="mod modGraphic">
          <ac:chgData name="Jean-Yves Vuillequez" userId="e7fac481abea6bd0" providerId="LiveId" clId="{79E365E8-22BC-4EC2-9606-9A9AC6CD1D22}" dt="2025-11-21T02:15:47.871" v="5462" actId="20577"/>
          <ac:graphicFrameMkLst>
            <pc:docMk/>
            <pc:sldMk cId="2552402859" sldId="296"/>
            <ac:graphicFrameMk id="2" creationId="{946331AE-73F0-28FF-B3AA-2EEF9B3307F6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0" dirty="0"/>
              <a:t>https://app.diagrams.net/?src=about#HSheikoh%2FREnergies_efficiency_prediction%2Fmain%2Fdiagrams%2Farchitecture.drawio#%7B%22pageId%22%3A%22bG0RTmb4xdSiPlx_l64v%22%7D</a:t>
            </a:r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prévisions 7 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Graph </a:t>
            </a:r>
            <a:r>
              <a:rPr lang="fr-FR" sz="1100" dirty="0" err="1"/>
              <a:t>feature</a:t>
            </a:r>
            <a:r>
              <a:rPr lang="fr-FR" sz="1100" dirty="0"/>
              <a:t> importance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 err="1"/>
              <a:t>Scatter</a:t>
            </a:r>
            <a:r>
              <a:rPr lang="fr-FR" sz="1100" dirty="0"/>
              <a:t> plot pour monter linéarité et dispersion des points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r>
              <a:rPr lang="fr-FR" sz="1100" dirty="0"/>
              <a:t>)</a:t>
            </a:r>
          </a:p>
          <a:p>
            <a:pPr marL="114300" lvl="0" indent="0">
              <a:buNone/>
            </a:pPr>
            <a:r>
              <a:rPr lang="fr-FR" sz="1100" dirty="0"/>
              <a:t>Line plot avec la merge d’erreur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Plot des erreurs : prédiction meilleure sur données centrales que le sur valeurs basses et haute de la </a:t>
            </a:r>
            <a:r>
              <a:rPr lang="fr-FR" sz="1100" dirty="0" err="1"/>
              <a:t>target</a:t>
            </a:r>
            <a:endParaRPr lang="fr-FR" sz="11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Démonstration </a:t>
            </a:r>
            <a:r>
              <a:rPr lang="fr-FR" sz="1100" dirty="0" err="1"/>
              <a:t>dashboar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16497B-2484-EB5D-4AFF-0EE6C379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18FCA2AD-CFA0-C37F-8971-CD8A2C0E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C70A5F25-E78F-EC1B-9FFB-A878AEBD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9620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7D078D1-2A3F-0DA7-5A85-C8E1BAE8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6C127E2B-7A52-00DD-B688-335EB1E07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DF3A9133-13B1-F98B-09D0-39C0180956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7790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3FB797-51ED-429D-BC0E-259203E9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991DF715-0CB1-F533-20EE-5958E34FA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EFEEF117-B5DF-FDDE-96F9-176F90EBC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157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hyperlink" Target="https://renergies99-dashboard.hf.space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renergies99-api-renergy.hf.space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nergies99-mlflow.hf.space/" TargetMode="External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hyperlink" Target="https://github.com/Sheikoh/REnergies_efficiency_prediction.git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gdc.noaa.gov/stp/space-weather/swpc-products/daily_reports/daypre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ngdc.noaa.gov/stp/space-weather/swpc-products/daily_reports/solar_geophysical_activity_summaries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enweathermap.org/api/one-call-3" TargetMode="External"/><Relationship Id="rId5" Type="http://schemas.openxmlformats.org/officeDocument/2006/relationships/hyperlink" Target="https://code.usgs.gov/eros-user-services/accessing_landsat_data" TargetMode="External"/><Relationship Id="rId4" Type="http://schemas.openxmlformats.org/officeDocument/2006/relationships/hyperlink" Target="https://www.rte-france.com/donnees-publications/eco2mix-donnees-temps-reel/telecharger-indicateurs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Une image contenant intérieur">
            <a:extLst>
              <a:ext uri="{FF2B5EF4-FFF2-40B4-BE49-F238E27FC236}">
                <a16:creationId xmlns:a16="http://schemas.microsoft.com/office/drawing/2014/main" id="{EC609326-E74D-C852-5772-0AF47814B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9461" y="987052"/>
            <a:ext cx="5471864" cy="3068804"/>
          </a:xfrm>
          <a:prstGeom prst="rect">
            <a:avLst/>
          </a:prstGeom>
        </p:spPr>
      </p:pic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John DUBOS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/>
              <a:t>Sandrine HARDY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Jean-Yves VUILLEQUEZ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Victor NOUANE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Eduardo NAVARRETE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7BD46E7-960E-9FE8-AF1D-540B63B6E3BD}"/>
              </a:ext>
            </a:extLst>
          </p:cNvPr>
          <p:cNvSpPr/>
          <p:nvPr/>
        </p:nvSpPr>
        <p:spPr bwMode="auto">
          <a:xfrm>
            <a:off x="1764563" y="1975011"/>
            <a:ext cx="5701947" cy="151939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dirty="0">
              <a:latin typeface="+mj-lt"/>
              <a:ea typeface="Calibri"/>
              <a:cs typeface="Calibri"/>
            </a:endParaRPr>
          </a:p>
        </p:txBody>
      </p:sp>
      <p:sp>
        <p:nvSpPr>
          <p:cNvPr id="70" name="Google Shape;70;p3"/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696198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Qu’est ce que le taux de charge solaire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3"/>
          <p:cNvSpPr txBox="1">
            <a:spLocks noGrp="1"/>
          </p:cNvSpPr>
          <p:nvPr>
            <p:ph type="body" idx="1"/>
          </p:nvPr>
        </p:nvSpPr>
        <p:spPr>
          <a:xfrm>
            <a:off x="362482" y="1071393"/>
            <a:ext cx="7792166" cy="4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400" dirty="0"/>
              <a:t>Il s’agit d’un un indicateur </a:t>
            </a:r>
            <a:r>
              <a:rPr lang="fr-FR" sz="1600" b="1" dirty="0"/>
              <a:t>énergétique</a:t>
            </a:r>
            <a:r>
              <a:rPr lang="fr-FR" sz="1400" dirty="0"/>
              <a:t>, utilisé pour suivre la production d’électricité solaire. </a:t>
            </a:r>
          </a:p>
          <a:p>
            <a:pPr marL="114300" lvl="0" indent="0">
              <a:buNone/>
            </a:pPr>
            <a:endParaRPr lang="fr-FR" sz="1400" dirty="0"/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969F6912-24B4-86C3-A9BD-63A0B3EECE8F}"/>
              </a:ext>
            </a:extLst>
          </p:cNvPr>
          <p:cNvSpPr txBox="1">
            <a:spLocks/>
          </p:cNvSpPr>
          <p:nvPr/>
        </p:nvSpPr>
        <p:spPr>
          <a:xfrm>
            <a:off x="2299978" y="1975011"/>
            <a:ext cx="4676607" cy="1475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Font typeface="Arial"/>
              <a:buNone/>
            </a:pPr>
            <a:r>
              <a:rPr lang="fr-FR" sz="1400" dirty="0"/>
              <a:t>Le taux de charge permet de comprendre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b="1" dirty="0"/>
              <a:t>l'effet de la météo </a:t>
            </a:r>
            <a:r>
              <a:rPr lang="fr-FR" sz="1400" dirty="0"/>
              <a:t>sur la production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performance des installations </a:t>
            </a:r>
            <a:r>
              <a:rPr lang="fr-FR" sz="1400" dirty="0"/>
              <a:t>photovoltaïques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disponibilité réelle </a:t>
            </a:r>
            <a:r>
              <a:rPr lang="fr-FR" sz="1400" dirty="0"/>
              <a:t>de l’énergie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les </a:t>
            </a:r>
            <a:r>
              <a:rPr lang="fr-FR" sz="1400" b="1" dirty="0"/>
              <a:t>variations saisonnières </a:t>
            </a:r>
            <a:r>
              <a:rPr lang="fr-FR" sz="1400" dirty="0"/>
              <a:t>et journalières 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16" name="Flèche : courbe vers la droite 15">
            <a:extLst>
              <a:ext uri="{FF2B5EF4-FFF2-40B4-BE49-F238E27FC236}">
                <a16:creationId xmlns:a16="http://schemas.microsoft.com/office/drawing/2014/main" id="{FD00A647-A6B0-BAD9-4462-05B36C528950}"/>
              </a:ext>
            </a:extLst>
          </p:cNvPr>
          <p:cNvSpPr/>
          <p:nvPr/>
        </p:nvSpPr>
        <p:spPr>
          <a:xfrm>
            <a:off x="424170" y="2625173"/>
            <a:ext cx="850467" cy="1833283"/>
          </a:xfrm>
          <a:prstGeom prst="curvedRightArrow">
            <a:avLst/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A110F94-5779-164B-A681-281821A7140F}"/>
              </a:ext>
            </a:extLst>
          </p:cNvPr>
          <p:cNvSpPr/>
          <p:nvPr/>
        </p:nvSpPr>
        <p:spPr>
          <a:xfrm>
            <a:off x="1620617" y="1800241"/>
            <a:ext cx="349540" cy="34954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19" name="Flèche : courbe vers la gauche 18">
            <a:extLst>
              <a:ext uri="{FF2B5EF4-FFF2-40B4-BE49-F238E27FC236}">
                <a16:creationId xmlns:a16="http://schemas.microsoft.com/office/drawing/2014/main" id="{A3387E01-D8D0-5ADA-D534-65D80A3C2F50}"/>
              </a:ext>
            </a:extLst>
          </p:cNvPr>
          <p:cNvSpPr/>
          <p:nvPr/>
        </p:nvSpPr>
        <p:spPr>
          <a:xfrm>
            <a:off x="7923673" y="1267152"/>
            <a:ext cx="951876" cy="1551482"/>
          </a:xfrm>
          <a:prstGeom prst="curvedLeftArrow">
            <a:avLst>
              <a:gd name="adj1" fmla="val 16999"/>
              <a:gd name="adj2" fmla="val 50000"/>
              <a:gd name="adj3" fmla="val 25000"/>
            </a:avLst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0" name="Google Shape;73;p3">
            <a:extLst>
              <a:ext uri="{FF2B5EF4-FFF2-40B4-BE49-F238E27FC236}">
                <a16:creationId xmlns:a16="http://schemas.microsoft.com/office/drawing/2014/main" id="{027ADA1A-FB26-718D-5918-4A696CD7FAD0}"/>
              </a:ext>
            </a:extLst>
          </p:cNvPr>
          <p:cNvSpPr txBox="1">
            <a:spLocks/>
          </p:cNvSpPr>
          <p:nvPr/>
        </p:nvSpPr>
        <p:spPr>
          <a:xfrm>
            <a:off x="1504266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0 et 20% </a:t>
            </a:r>
            <a:r>
              <a:rPr lang="fr-FR" sz="1400" dirty="0"/>
              <a:t>= Faible ensoleillement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22" name="Google Shape;111;g2e3f79b3bfd_3_0">
            <a:extLst>
              <a:ext uri="{FF2B5EF4-FFF2-40B4-BE49-F238E27FC236}">
                <a16:creationId xmlns:a16="http://schemas.microsoft.com/office/drawing/2014/main" id="{9A64202F-AFAE-5CDF-BC8D-5777C30A07CB}"/>
              </a:ext>
            </a:extLst>
          </p:cNvPr>
          <p:cNvSpPr/>
          <p:nvPr/>
        </p:nvSpPr>
        <p:spPr>
          <a:xfrm>
            <a:off x="1459362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111;g2e3f79b3bfd_3_0">
            <a:extLst>
              <a:ext uri="{FF2B5EF4-FFF2-40B4-BE49-F238E27FC236}">
                <a16:creationId xmlns:a16="http://schemas.microsoft.com/office/drawing/2014/main" id="{56B8B58A-AB16-FC6C-4248-7061947495FF}"/>
              </a:ext>
            </a:extLst>
          </p:cNvPr>
          <p:cNvSpPr/>
          <p:nvPr/>
        </p:nvSpPr>
        <p:spPr>
          <a:xfrm>
            <a:off x="5093224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73;p3">
            <a:extLst>
              <a:ext uri="{FF2B5EF4-FFF2-40B4-BE49-F238E27FC236}">
                <a16:creationId xmlns:a16="http://schemas.microsoft.com/office/drawing/2014/main" id="{3F9732E3-4982-9D73-E53B-ED7124F0A415}"/>
              </a:ext>
            </a:extLst>
          </p:cNvPr>
          <p:cNvSpPr txBox="1">
            <a:spLocks/>
          </p:cNvSpPr>
          <p:nvPr/>
        </p:nvSpPr>
        <p:spPr>
          <a:xfrm>
            <a:off x="5120567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20 et 60% </a:t>
            </a:r>
            <a:r>
              <a:rPr lang="fr-FR" sz="1400" dirty="0"/>
              <a:t>= Production normale</a:t>
            </a:r>
            <a:endParaRPr lang="fr-FR" sz="1400" b="1" dirty="0">
              <a:solidFill>
                <a:srgbClr val="41545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73" grpId="0" build="p"/>
      <p:bldP spid="10" grpId="0"/>
      <p:bldP spid="16" grpId="0" animBg="1"/>
      <p:bldP spid="17" grpId="0" animBg="1"/>
      <p:bldP spid="19" grpId="0" animBg="1"/>
      <p:bldP spid="20" grpId="0"/>
      <p:bldP spid="22" grpId="0" animBg="1"/>
      <p:bldP spid="23" grpId="0" animBg="1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36409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1750604"/>
            <a:ext cx="1078173" cy="1136909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1750604"/>
            <a:ext cx="7161234" cy="113690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Anticiper</a:t>
            </a:r>
            <a:r>
              <a:rPr lang="fr-FR" dirty="0">
                <a:latin typeface="+mj-lt"/>
                <a:ea typeface="Calibri"/>
                <a:cs typeface="Calibri"/>
              </a:rPr>
              <a:t> la production locale d’</a:t>
            </a:r>
            <a:r>
              <a:rPr lang="fr-FR" dirty="0" err="1">
                <a:latin typeface="+mj-lt"/>
                <a:ea typeface="Calibri"/>
                <a:cs typeface="Calibri"/>
              </a:rPr>
              <a:t>EnR</a:t>
            </a:r>
            <a:r>
              <a:rPr lang="fr-FR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Améliorer</a:t>
            </a:r>
            <a:r>
              <a:rPr lang="fr-FR" dirty="0">
                <a:latin typeface="+mj-lt"/>
                <a:ea typeface="Calibri"/>
                <a:cs typeface="Calibri"/>
              </a:rPr>
              <a:t>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Identifier</a:t>
            </a:r>
            <a:r>
              <a:rPr lang="fr-FR" dirty="0">
                <a:latin typeface="+mj-lt"/>
                <a:ea typeface="Calibri"/>
                <a:cs typeface="Calibri"/>
              </a:rPr>
              <a:t>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396350"/>
            <a:ext cx="1078173" cy="888121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396350"/>
            <a:ext cx="7161234" cy="88812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1516061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109647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animBg="1"/>
      <p:bldP spid="7" grpId="0" animBg="1"/>
      <p:bldP spid="8" grpId="0" animBg="1"/>
      <p:bldP spid="9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+350 %</a:t>
            </a:r>
          </a:p>
          <a:p>
            <a:pPr>
              <a:defRPr sz="2000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Croissance du parc solaire en 2 ans </a:t>
            </a:r>
          </a:p>
          <a:p>
            <a:pPr>
              <a:defRPr sz="2000"/>
            </a:pP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(Source</a:t>
            </a:r>
            <a:r>
              <a:rPr lang="fr-FR" sz="1100" dirty="0"/>
              <a:t>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#1</a:t>
            </a:r>
          </a:p>
          <a:p>
            <a:pPr>
              <a:defRPr sz="3600" b="1"/>
            </a:pPr>
            <a:r>
              <a:rPr lang="fr-FR" sz="1600" dirty="0">
                <a:solidFill>
                  <a:schemeClr val="bg1">
                    <a:lumMod val="50000"/>
                  </a:schemeClr>
                </a:solidFill>
              </a:rPr>
              <a:t>Région française en installations photovoltaïques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3600" b="1"/>
            </a:pPr>
            <a:endParaRPr lang="fr-FR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Variabilité</a:t>
            </a:r>
          </a:p>
          <a:p>
            <a:pPr>
              <a:defRPr sz="3600" b="1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Focus 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EED4DECD-AB82-3770-D867-F5E3DC0F46C6}"/>
              </a:ext>
            </a:extLst>
          </p:cNvPr>
          <p:cNvGrpSpPr/>
          <p:nvPr/>
        </p:nvGrpSpPr>
        <p:grpSpPr>
          <a:xfrm>
            <a:off x="3178269" y="1244626"/>
            <a:ext cx="485034" cy="469085"/>
            <a:chOff x="3178269" y="1244626"/>
            <a:chExt cx="485034" cy="46908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17A729F-F9AB-A73C-CEFD-D87C2948A123}"/>
                </a:ext>
              </a:extLst>
            </p:cNvPr>
            <p:cNvSpPr/>
            <p:nvPr/>
          </p:nvSpPr>
          <p:spPr>
            <a:xfrm>
              <a:off x="3194218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16EC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717391EF-3678-1116-53EE-765DF8F95C9C}"/>
                </a:ext>
              </a:extLst>
            </p:cNvPr>
            <p:cNvSpPr txBox="1"/>
            <p:nvPr/>
          </p:nvSpPr>
          <p:spPr>
            <a:xfrm>
              <a:off x="3178269" y="1281519"/>
              <a:ext cx="4850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4000"/>
              </a:pPr>
              <a:r>
                <a:rPr lang="fr-FR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🥇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67CEDCE-6321-C0A9-D055-67F795430912}"/>
              </a:ext>
            </a:extLst>
          </p:cNvPr>
          <p:cNvGrpSpPr/>
          <p:nvPr/>
        </p:nvGrpSpPr>
        <p:grpSpPr>
          <a:xfrm>
            <a:off x="5855580" y="1244626"/>
            <a:ext cx="469085" cy="469085"/>
            <a:chOff x="5855580" y="1244626"/>
            <a:chExt cx="469085" cy="469085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D67E0D0C-C631-6E3B-A20F-F6A59723BAE6}"/>
                </a:ext>
              </a:extLst>
            </p:cNvPr>
            <p:cNvSpPr/>
            <p:nvPr/>
          </p:nvSpPr>
          <p:spPr>
            <a:xfrm>
              <a:off x="5855580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Image 38">
              <a:extLst>
                <a:ext uri="{FF2B5EF4-FFF2-40B4-BE49-F238E27FC236}">
                  <a16:creationId xmlns:a16="http://schemas.microsoft.com/office/drawing/2014/main" id="{9A15F92F-8AF9-9A60-52D8-D7970DAB7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9792" y="1359845"/>
              <a:ext cx="300660" cy="226711"/>
            </a:xfrm>
            <a:prstGeom prst="rect">
              <a:avLst/>
            </a:prstGeom>
          </p:spPr>
        </p:pic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1032455" y="4346593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43" grpId="0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API et</a:t>
            </a:r>
          </a:p>
          <a:p>
            <a:pPr marL="158750" indent="0" algn="ctr">
              <a:buNone/>
            </a:pPr>
            <a:r>
              <a:rPr lang="fr-FR" sz="8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34095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suivi du modèle</a:t>
            </a:r>
            <a:endParaRPr lang="fr-FR" sz="8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/>
              <a:t>Préparation et </a:t>
            </a:r>
          </a:p>
          <a:p>
            <a:pPr marL="158750" indent="0" algn="ctr">
              <a:buNone/>
            </a:pPr>
            <a:r>
              <a:rPr lang="fr-FR" sz="800" b="1"/>
              <a:t>nettoyage</a:t>
            </a:r>
            <a:endParaRPr lang="fr-FR" sz="800" b="1" dirty="0"/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135630BC-F5F0-17C1-438A-A312C1699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0811" y="2524266"/>
            <a:ext cx="781468" cy="564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1B3822DD-A0E9-A37F-0DE9-40781F1C3D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4563276" y="2705986"/>
            <a:ext cx="1009143" cy="225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Collecte des données</a:t>
            </a:r>
            <a:endParaRPr lang="fr-FR" sz="800" kern="1200" dirty="0"/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481D51B6-7D43-7926-6891-407782B836DE}"/>
              </a:ext>
            </a:extLst>
          </p:cNvPr>
          <p:cNvSpPr/>
          <p:nvPr/>
        </p:nvSpPr>
        <p:spPr>
          <a:xfrm>
            <a:off x="4871109" y="3012224"/>
            <a:ext cx="1107899" cy="5602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FE31E2F0-6B8A-B0EE-9044-0597F28AE28A}"/>
              </a:ext>
            </a:extLst>
          </p:cNvPr>
          <p:cNvSpPr txBox="1"/>
          <p:nvPr/>
        </p:nvSpPr>
        <p:spPr>
          <a:xfrm>
            <a:off x="4896915" y="3149942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 err="1"/>
              <a:t>Tracking</a:t>
            </a:r>
            <a:r>
              <a:rPr lang="fr-FR" sz="800" b="1" dirty="0"/>
              <a:t> du modèle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8486A803-5325-E4EE-E6D1-9C2310E9372C}"/>
              </a:ext>
            </a:extLst>
          </p:cNvPr>
          <p:cNvSpPr/>
          <p:nvPr/>
        </p:nvSpPr>
        <p:spPr>
          <a:xfrm>
            <a:off x="4869399" y="3862081"/>
            <a:ext cx="1109609" cy="5253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D45817E9-F26B-F5AC-E969-2DB4F41AE334}"/>
              </a:ext>
            </a:extLst>
          </p:cNvPr>
          <p:cNvSpPr txBox="1"/>
          <p:nvPr/>
        </p:nvSpPr>
        <p:spPr>
          <a:xfrm>
            <a:off x="4899354" y="3977728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Registre et runs du modèle</a:t>
            </a: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A2294E8E-D08B-505D-5B9D-D8788A9CD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8903" y="2843961"/>
            <a:ext cx="711670" cy="374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Image 50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054FB5AB-F043-1139-CFA8-44C9034D11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4143" y="3775222"/>
            <a:ext cx="247189" cy="295703"/>
          </a:xfrm>
          <a:prstGeom prst="rect">
            <a:avLst/>
          </a:prstGeom>
        </p:spPr>
      </p:pic>
      <p:sp>
        <p:nvSpPr>
          <p:cNvPr id="52" name="Ellipse 51">
            <a:extLst>
              <a:ext uri="{FF2B5EF4-FFF2-40B4-BE49-F238E27FC236}">
                <a16:creationId xmlns:a16="http://schemas.microsoft.com/office/drawing/2014/main" id="{7A45A31B-42CC-CB8B-442E-3576FB243381}"/>
              </a:ext>
            </a:extLst>
          </p:cNvPr>
          <p:cNvSpPr/>
          <p:nvPr/>
        </p:nvSpPr>
        <p:spPr>
          <a:xfrm>
            <a:off x="5523613" y="2751648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CF1F8123-FC2A-EF28-8139-FC1D62216C5F}"/>
              </a:ext>
            </a:extLst>
          </p:cNvPr>
          <p:cNvSpPr/>
          <p:nvPr/>
        </p:nvSpPr>
        <p:spPr>
          <a:xfrm>
            <a:off x="4519292" y="2628306"/>
            <a:ext cx="1796425" cy="1870262"/>
          </a:xfrm>
          <a:prstGeom prst="roundRect">
            <a:avLst>
              <a:gd name="adj" fmla="val 10895"/>
            </a:avLst>
          </a:prstGeom>
          <a:noFill/>
          <a:ln w="9525">
            <a:solidFill>
              <a:srgbClr val="FF008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0C03EA7-EAD6-1A33-21AE-920B912158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32" t="21688" r="13291" b="23045"/>
          <a:stretch>
            <a:fillRect/>
          </a:stretch>
        </p:blipFill>
        <p:spPr bwMode="auto">
          <a:xfrm>
            <a:off x="626281" y="1716520"/>
            <a:ext cx="653142" cy="274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941D76B-6840-C572-907F-F3680B66EB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24" r="31046" b="34033"/>
          <a:stretch>
            <a:fillRect/>
          </a:stretch>
        </p:blipFill>
        <p:spPr bwMode="auto">
          <a:xfrm>
            <a:off x="756608" y="2258501"/>
            <a:ext cx="386389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66A68388-D1A7-6AC6-5F1F-65E1A6494D4A}"/>
              </a:ext>
            </a:extLst>
          </p:cNvPr>
          <p:cNvCxnSpPr/>
          <p:nvPr/>
        </p:nvCxnSpPr>
        <p:spPr>
          <a:xfrm>
            <a:off x="2293137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42C67AD7-C645-5367-3E47-6D6A996C5FE8}"/>
              </a:ext>
            </a:extLst>
          </p:cNvPr>
          <p:cNvSpPr txBox="1"/>
          <p:nvPr/>
        </p:nvSpPr>
        <p:spPr>
          <a:xfrm>
            <a:off x="246312" y="2674581"/>
            <a:ext cx="139021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USGS / Landsat</a:t>
            </a:r>
          </a:p>
          <a:p>
            <a:pPr algn="ctr"/>
            <a:r>
              <a:rPr lang="fr-FR" sz="600" b="1" dirty="0"/>
              <a:t>(métadonnées)</a:t>
            </a:r>
          </a:p>
        </p:txBody>
      </p:sp>
      <p:pic>
        <p:nvPicPr>
          <p:cNvPr id="65" name="Picture 6">
            <a:extLst>
              <a:ext uri="{FF2B5EF4-FFF2-40B4-BE49-F238E27FC236}">
                <a16:creationId xmlns:a16="http://schemas.microsoft.com/office/drawing/2014/main" id="{976AB5B9-1D61-B29C-C9DE-9051A31E8E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49" r="31047" b="34033"/>
          <a:stretch>
            <a:fillRect/>
          </a:stretch>
        </p:blipFill>
        <p:spPr bwMode="auto">
          <a:xfrm>
            <a:off x="781055" y="2922466"/>
            <a:ext cx="361938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ZoneTexte 66">
            <a:extLst>
              <a:ext uri="{FF2B5EF4-FFF2-40B4-BE49-F238E27FC236}">
                <a16:creationId xmlns:a16="http://schemas.microsoft.com/office/drawing/2014/main" id="{77C37EC6-CDFA-6EF5-9731-EDD14211D90B}"/>
              </a:ext>
            </a:extLst>
          </p:cNvPr>
          <p:cNvSpPr txBox="1"/>
          <p:nvPr/>
        </p:nvSpPr>
        <p:spPr>
          <a:xfrm>
            <a:off x="246312" y="3396825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Production RTE</a:t>
            </a:r>
          </a:p>
        </p:txBody>
      </p:sp>
      <p:pic>
        <p:nvPicPr>
          <p:cNvPr id="68" name="Picture 6">
            <a:extLst>
              <a:ext uri="{FF2B5EF4-FFF2-40B4-BE49-F238E27FC236}">
                <a16:creationId xmlns:a16="http://schemas.microsoft.com/office/drawing/2014/main" id="{6A1FE08D-DF15-8940-EAA5-98ED769147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49" r="31047" b="34033"/>
          <a:stretch>
            <a:fillRect/>
          </a:stretch>
        </p:blipFill>
        <p:spPr bwMode="auto">
          <a:xfrm>
            <a:off x="781054" y="3634159"/>
            <a:ext cx="361937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0" name="ZoneTexte 69">
            <a:extLst>
              <a:ext uri="{FF2B5EF4-FFF2-40B4-BE49-F238E27FC236}">
                <a16:creationId xmlns:a16="http://schemas.microsoft.com/office/drawing/2014/main" id="{78E1D7E3-9E06-E6A5-253E-A6CE2A2F1050}"/>
              </a:ext>
            </a:extLst>
          </p:cNvPr>
          <p:cNvSpPr txBox="1"/>
          <p:nvPr/>
        </p:nvSpPr>
        <p:spPr>
          <a:xfrm>
            <a:off x="246312" y="4108518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Solar Data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33C41871-317D-BA64-26E2-EBEE7A51AE73}"/>
              </a:ext>
            </a:extLst>
          </p:cNvPr>
          <p:cNvSpPr txBox="1"/>
          <p:nvPr/>
        </p:nvSpPr>
        <p:spPr>
          <a:xfrm>
            <a:off x="263070" y="2047148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Météo</a:t>
            </a:r>
          </a:p>
        </p:txBody>
      </p: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20" idx="0"/>
            <a:endCxn id="1074" idx="0"/>
          </p:cNvCxnSpPr>
          <p:nvPr/>
        </p:nvCxnSpPr>
        <p:spPr>
          <a:xfrm rot="5400000" flipH="1" flipV="1">
            <a:off x="5577195" y="211592"/>
            <a:ext cx="331453" cy="3655528"/>
          </a:xfrm>
          <a:prstGeom prst="bentConnector3">
            <a:avLst>
              <a:gd name="adj1" fmla="val 195988"/>
            </a:avLst>
          </a:prstGeom>
          <a:ln w="127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Connecteur droit avec flèche 1045">
            <a:extLst>
              <a:ext uri="{FF2B5EF4-FFF2-40B4-BE49-F238E27FC236}">
                <a16:creationId xmlns:a16="http://schemas.microsoft.com/office/drawing/2014/main" id="{F59A3777-3D90-7CA7-F89E-8874DA5F6283}"/>
              </a:ext>
            </a:extLst>
          </p:cNvPr>
          <p:cNvCxnSpPr>
            <a:cxnSpLocks/>
            <a:stCxn id="46" idx="2"/>
            <a:endCxn id="53" idx="0"/>
          </p:cNvCxnSpPr>
          <p:nvPr/>
        </p:nvCxnSpPr>
        <p:spPr>
          <a:xfrm>
            <a:off x="5415383" y="2302794"/>
            <a:ext cx="2122" cy="325512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endCxn id="43" idx="0"/>
          </p:cNvCxnSpPr>
          <p:nvPr/>
        </p:nvCxnSpPr>
        <p:spPr>
          <a:xfrm>
            <a:off x="6315717" y="3825217"/>
            <a:ext cx="1174186" cy="24372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Connecteur droit avec flèche 1067">
            <a:extLst>
              <a:ext uri="{FF2B5EF4-FFF2-40B4-BE49-F238E27FC236}">
                <a16:creationId xmlns:a16="http://schemas.microsoft.com/office/drawing/2014/main" id="{3FF98031-1DCE-7770-7F38-10F134A37AB2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flipH="1">
            <a:off x="5424204" y="3572509"/>
            <a:ext cx="855" cy="289572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2097" idx="2"/>
            <a:endCxn id="43" idx="3"/>
          </p:cNvCxnSpPr>
          <p:nvPr/>
        </p:nvCxnSpPr>
        <p:spPr>
          <a:xfrm rot="5400000">
            <a:off x="7570819" y="3859448"/>
            <a:ext cx="739989" cy="298315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923FE2F2-F305-A7CE-975B-2A2BA912E4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5" t="12264" r="16331" b="16417"/>
          <a:stretch>
            <a:fillRect/>
          </a:stretch>
        </p:blipFill>
        <p:spPr bwMode="auto">
          <a:xfrm>
            <a:off x="1095600" y="1606201"/>
            <a:ext cx="264768" cy="2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2F5C326A-12BF-B849-9176-2CB67D7A7ED9}"/>
              </a:ext>
            </a:extLst>
          </p:cNvPr>
          <p:cNvCxnSpPr/>
          <p:nvPr/>
        </p:nvCxnSpPr>
        <p:spPr>
          <a:xfrm>
            <a:off x="4378905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Rectangle : coins arrondis 70">
            <a:extLst>
              <a:ext uri="{FF2B5EF4-FFF2-40B4-BE49-F238E27FC236}">
                <a16:creationId xmlns:a16="http://schemas.microsoft.com/office/drawing/2014/main" id="{E74B2057-34BC-1980-9671-44A128491597}"/>
              </a:ext>
            </a:extLst>
          </p:cNvPr>
          <p:cNvSpPr/>
          <p:nvPr/>
        </p:nvSpPr>
        <p:spPr>
          <a:xfrm>
            <a:off x="2461359" y="1711807"/>
            <a:ext cx="1776005" cy="2786761"/>
          </a:xfrm>
          <a:prstGeom prst="roundRect">
            <a:avLst/>
          </a:prstGeom>
          <a:noFill/>
          <a:ln w="95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6" name="Rectangle : coins arrondis 105">
            <a:extLst>
              <a:ext uri="{FF2B5EF4-FFF2-40B4-BE49-F238E27FC236}">
                <a16:creationId xmlns:a16="http://schemas.microsoft.com/office/drawing/2014/main" id="{70820C9A-B957-87A8-109D-6C661627DA4C}"/>
              </a:ext>
            </a:extLst>
          </p:cNvPr>
          <p:cNvSpPr/>
          <p:nvPr/>
        </p:nvSpPr>
        <p:spPr>
          <a:xfrm>
            <a:off x="3364720" y="4340702"/>
            <a:ext cx="868391" cy="2526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700" b="1" dirty="0">
                <a:solidFill>
                  <a:schemeClr val="tx1"/>
                </a:solidFill>
              </a:rPr>
              <a:t>AWS S3</a:t>
            </a:r>
          </a:p>
        </p:txBody>
      </p:sp>
      <p:pic>
        <p:nvPicPr>
          <p:cNvPr id="107" name="Image 106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9E201599-7D6B-4671-395A-AB9C1CE55D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7166" y="4106965"/>
            <a:ext cx="347790" cy="416048"/>
          </a:xfrm>
          <a:prstGeom prst="rect">
            <a:avLst/>
          </a:prstGeom>
        </p:spPr>
      </p:pic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1325" y="2409930"/>
            <a:ext cx="519001" cy="69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5512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FCCA093A-E48A-7B59-31BE-E1F8F80AD6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61" t="20885" r="16005" b="23808"/>
          <a:stretch>
            <a:fillRect/>
          </a:stretch>
        </p:blipFill>
        <p:spPr bwMode="auto">
          <a:xfrm>
            <a:off x="7785778" y="1885388"/>
            <a:ext cx="435834" cy="26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2">
            <a:extLst>
              <a:ext uri="{FF2B5EF4-FFF2-40B4-BE49-F238E27FC236}">
                <a16:creationId xmlns:a16="http://schemas.microsoft.com/office/drawing/2014/main" id="{A31CCBD7-31A9-6123-B61B-FB210F6508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63" t="15290" r="18027" b="19432"/>
          <a:stretch>
            <a:fillRect/>
          </a:stretch>
        </p:blipFill>
        <p:spPr bwMode="auto">
          <a:xfrm>
            <a:off x="7188151" y="4068942"/>
            <a:ext cx="603504" cy="619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3E4E5C19-19D1-7DB3-6126-771BB460CA7E}"/>
              </a:ext>
            </a:extLst>
          </p:cNvPr>
          <p:cNvSpPr/>
          <p:nvPr/>
        </p:nvSpPr>
        <p:spPr>
          <a:xfrm>
            <a:off x="7018263" y="2271252"/>
            <a:ext cx="1098685" cy="584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C4EB1607-BC4B-15A3-0324-3D29B9154D63}"/>
              </a:ext>
            </a:extLst>
          </p:cNvPr>
          <p:cNvSpPr txBox="1"/>
          <p:nvPr/>
        </p:nvSpPr>
        <p:spPr>
          <a:xfrm>
            <a:off x="6985463" y="2328730"/>
            <a:ext cx="115633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/>
              <a:t>EDA </a:t>
            </a:r>
          </a:p>
          <a:p>
            <a:pPr algn="ctr"/>
            <a:r>
              <a:rPr lang="fr-FR" sz="700" dirty="0"/>
              <a:t>descriptive et comparative</a:t>
            </a:r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34BB09D2-59B3-0F52-1024-4F32B01B2F53}"/>
              </a:ext>
            </a:extLst>
          </p:cNvPr>
          <p:cNvSpPr/>
          <p:nvPr/>
        </p:nvSpPr>
        <p:spPr>
          <a:xfrm>
            <a:off x="7012431" y="2970222"/>
            <a:ext cx="1104517" cy="584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685F5B80-27B1-45A6-3DF8-0CF7271056CC}"/>
              </a:ext>
            </a:extLst>
          </p:cNvPr>
          <p:cNvSpPr txBox="1"/>
          <p:nvPr/>
        </p:nvSpPr>
        <p:spPr>
          <a:xfrm>
            <a:off x="6985463" y="3085576"/>
            <a:ext cx="1156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/>
              <a:t>PREDICT </a:t>
            </a:r>
          </a:p>
          <a:p>
            <a:pPr algn="ctr"/>
            <a:r>
              <a:rPr lang="fr-FR" sz="700" dirty="0"/>
              <a:t>Sur 3 jours glissants</a:t>
            </a:r>
          </a:p>
        </p:txBody>
      </p:sp>
      <p:sp>
        <p:nvSpPr>
          <p:cNvPr id="1074" name="Rectangle : coins arrondis 1073">
            <a:extLst>
              <a:ext uri="{FF2B5EF4-FFF2-40B4-BE49-F238E27FC236}">
                <a16:creationId xmlns:a16="http://schemas.microsoft.com/office/drawing/2014/main" id="{4162FACA-EA89-9D97-B392-632929E9443D}"/>
              </a:ext>
            </a:extLst>
          </p:cNvPr>
          <p:cNvSpPr/>
          <p:nvPr/>
        </p:nvSpPr>
        <p:spPr>
          <a:xfrm>
            <a:off x="6881481" y="1873629"/>
            <a:ext cx="1378407" cy="1764604"/>
          </a:xfrm>
          <a:prstGeom prst="roundRect">
            <a:avLst>
              <a:gd name="adj" fmla="val 7978"/>
            </a:avLst>
          </a:prstGeom>
          <a:noFill/>
          <a:ln w="952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97" name="Rectangle 2096">
            <a:extLst>
              <a:ext uri="{FF2B5EF4-FFF2-40B4-BE49-F238E27FC236}">
                <a16:creationId xmlns:a16="http://schemas.microsoft.com/office/drawing/2014/main" id="{ADF20F1D-E32A-83D7-1C9F-ED56E1ADF5A6}"/>
              </a:ext>
            </a:extLst>
          </p:cNvPr>
          <p:cNvSpPr/>
          <p:nvPr/>
        </p:nvSpPr>
        <p:spPr>
          <a:xfrm>
            <a:off x="7908699" y="3312398"/>
            <a:ext cx="362541" cy="32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259888" y="2755931"/>
            <a:ext cx="211437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DD9C7B50-C6F5-7260-C61A-2CAE5E4C0BF7}"/>
              </a:ext>
            </a:extLst>
          </p:cNvPr>
          <p:cNvCxnSpPr/>
          <p:nvPr/>
        </p:nvCxnSpPr>
        <p:spPr>
          <a:xfrm>
            <a:off x="6450928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E433E364-4228-6856-536E-34873F6A6DC3}"/>
              </a:ext>
            </a:extLst>
          </p:cNvPr>
          <p:cNvSpPr/>
          <p:nvPr/>
        </p:nvSpPr>
        <p:spPr>
          <a:xfrm>
            <a:off x="4797443" y="1817936"/>
            <a:ext cx="1235879" cy="48485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748B16F9-6C53-91C1-4712-424BF6CE8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5812" y="1580684"/>
            <a:ext cx="506762" cy="506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682088E1-064C-5214-7A97-A059E4869B55}"/>
              </a:ext>
            </a:extLst>
          </p:cNvPr>
          <p:cNvSpPr txBox="1"/>
          <p:nvPr/>
        </p:nvSpPr>
        <p:spPr>
          <a:xfrm>
            <a:off x="4900942" y="1841943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Entraînement du modèle</a:t>
            </a:r>
          </a:p>
        </p:txBody>
      </p:sp>
      <p:cxnSp>
        <p:nvCxnSpPr>
          <p:cNvPr id="108" name="Connecteur droit avec flèche 107">
            <a:extLst>
              <a:ext uri="{FF2B5EF4-FFF2-40B4-BE49-F238E27FC236}">
                <a16:creationId xmlns:a16="http://schemas.microsoft.com/office/drawing/2014/main" id="{8FC538F3-E888-6C1B-940B-D6B968D8FCEE}"/>
              </a:ext>
            </a:extLst>
          </p:cNvPr>
          <p:cNvCxnSpPr>
            <a:cxnSpLocks/>
          </p:cNvCxnSpPr>
          <p:nvPr/>
        </p:nvCxnSpPr>
        <p:spPr>
          <a:xfrm>
            <a:off x="4233111" y="2035648"/>
            <a:ext cx="551235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67D4A6C-3756-2775-B55E-F408743583CC}"/>
              </a:ext>
            </a:extLst>
          </p:cNvPr>
          <p:cNvSpPr/>
          <p:nvPr/>
        </p:nvSpPr>
        <p:spPr>
          <a:xfrm>
            <a:off x="6450927" y="1304200"/>
            <a:ext cx="2214439" cy="106642"/>
          </a:xfrm>
          <a:prstGeom prst="round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Frontend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564CE1A9-869C-774B-0E58-18DB76A3FCD2}"/>
              </a:ext>
            </a:extLst>
          </p:cNvPr>
          <p:cNvSpPr/>
          <p:nvPr/>
        </p:nvSpPr>
        <p:spPr>
          <a:xfrm>
            <a:off x="2293137" y="1304200"/>
            <a:ext cx="4118299" cy="106642"/>
          </a:xfrm>
          <a:prstGeom prst="roundRect">
            <a:avLst/>
          </a:prstGeom>
          <a:solidFill>
            <a:srgbClr val="00B05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Backend</a:t>
            </a:r>
          </a:p>
        </p:txBody>
      </p:sp>
      <p:pic>
        <p:nvPicPr>
          <p:cNvPr id="21" name="Picture 14">
            <a:extLst>
              <a:ext uri="{FF2B5EF4-FFF2-40B4-BE49-F238E27FC236}">
                <a16:creationId xmlns:a16="http://schemas.microsoft.com/office/drawing/2014/main" id="{174134F5-72A3-DA25-E671-C7DDD8DFA8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6885019" y="1985270"/>
            <a:ext cx="800992" cy="17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Ellipse 22">
            <a:extLst>
              <a:ext uri="{FF2B5EF4-FFF2-40B4-BE49-F238E27FC236}">
                <a16:creationId xmlns:a16="http://schemas.microsoft.com/office/drawing/2014/main" id="{14BA37FE-DD89-0B23-6089-5FD37763331C}"/>
              </a:ext>
            </a:extLst>
          </p:cNvPr>
          <p:cNvSpPr/>
          <p:nvPr/>
        </p:nvSpPr>
        <p:spPr>
          <a:xfrm>
            <a:off x="7624519" y="2020902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48BB1303-220D-775F-BC97-35D0BC10D7AC}"/>
              </a:ext>
            </a:extLst>
          </p:cNvPr>
          <p:cNvGrpSpPr/>
          <p:nvPr/>
        </p:nvGrpSpPr>
        <p:grpSpPr>
          <a:xfrm>
            <a:off x="6670344" y="3995036"/>
            <a:ext cx="703440" cy="410340"/>
            <a:chOff x="7750640" y="4242260"/>
            <a:chExt cx="447927" cy="261290"/>
          </a:xfrm>
        </p:grpSpPr>
        <p:sp>
          <p:nvSpPr>
            <p:cNvPr id="76" name="Rectangle : coins arrondis 75">
              <a:extLst>
                <a:ext uri="{FF2B5EF4-FFF2-40B4-BE49-F238E27FC236}">
                  <a16:creationId xmlns:a16="http://schemas.microsoft.com/office/drawing/2014/main" id="{0137AD1F-A369-4FCE-AD69-964680B420B5}"/>
                </a:ext>
              </a:extLst>
            </p:cNvPr>
            <p:cNvSpPr/>
            <p:nvPr/>
          </p:nvSpPr>
          <p:spPr>
            <a:xfrm>
              <a:off x="7785777" y="4265830"/>
              <a:ext cx="373983" cy="22331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2" name="Picture 2">
              <a:extLst>
                <a:ext uri="{FF2B5EF4-FFF2-40B4-BE49-F238E27FC236}">
                  <a16:creationId xmlns:a16="http://schemas.microsoft.com/office/drawing/2014/main" id="{C5C7BA9B-2B99-4B7A-7436-5F82DE29B9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50640" y="4242260"/>
              <a:ext cx="447927" cy="261290"/>
            </a:xfrm>
            <a:prstGeom prst="rect">
              <a:avLst/>
            </a:prstGeom>
            <a:noFill/>
          </p:spPr>
        </p:pic>
      </p:grpSp>
      <p:pic>
        <p:nvPicPr>
          <p:cNvPr id="116" name="Picture 4">
            <a:extLst>
              <a:ext uri="{FF2B5EF4-FFF2-40B4-BE49-F238E27FC236}">
                <a16:creationId xmlns:a16="http://schemas.microsoft.com/office/drawing/2014/main" id="{B7DCCBAF-8A38-3C4F-0798-30A393D5D2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93" t="7524" r="12698" b="43966"/>
          <a:stretch>
            <a:fillRect/>
          </a:stretch>
        </p:blipFill>
        <p:spPr bwMode="auto">
          <a:xfrm>
            <a:off x="2717304" y="2067458"/>
            <a:ext cx="602696" cy="615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7" name="Picture 6">
            <a:extLst>
              <a:ext uri="{FF2B5EF4-FFF2-40B4-BE49-F238E27FC236}">
                <a16:creationId xmlns:a16="http://schemas.microsoft.com/office/drawing/2014/main" id="{B3747ED9-0378-A202-7151-54782D96CF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15" t="12234" r="33730" b="47839"/>
          <a:stretch>
            <a:fillRect/>
          </a:stretch>
        </p:blipFill>
        <p:spPr bwMode="auto">
          <a:xfrm>
            <a:off x="2671095" y="3245811"/>
            <a:ext cx="664926" cy="638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7" name="Picture 8">
            <a:extLst>
              <a:ext uri="{FF2B5EF4-FFF2-40B4-BE49-F238E27FC236}">
                <a16:creationId xmlns:a16="http://schemas.microsoft.com/office/drawing/2014/main" id="{0DF6E305-58E0-10D9-0E90-7E2612619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945" y="2093612"/>
            <a:ext cx="574201" cy="574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10">
            <a:extLst>
              <a:ext uri="{FF2B5EF4-FFF2-40B4-BE49-F238E27FC236}">
                <a16:creationId xmlns:a16="http://schemas.microsoft.com/office/drawing/2014/main" id="{FD816D59-77CA-1E04-DAC5-C8410FAC6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4197" y="3264975"/>
            <a:ext cx="578072" cy="57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33B23519-5EFA-F17A-CAA2-6EF8A191B3CD}"/>
              </a:ext>
            </a:extLst>
          </p:cNvPr>
          <p:cNvSpPr/>
          <p:nvPr/>
        </p:nvSpPr>
        <p:spPr>
          <a:xfrm>
            <a:off x="456709" y="1469509"/>
            <a:ext cx="972305" cy="3029059"/>
          </a:xfrm>
          <a:prstGeom prst="roundRect">
            <a:avLst/>
          </a:prstGeom>
          <a:noFill/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804A8FE7-27C3-4C54-36F8-6A8C0900C5DA}"/>
              </a:ext>
            </a:extLst>
          </p:cNvPr>
          <p:cNvCxnSpPr>
            <a:cxnSpLocks/>
          </p:cNvCxnSpPr>
          <p:nvPr/>
        </p:nvCxnSpPr>
        <p:spPr>
          <a:xfrm>
            <a:off x="1429014" y="2391164"/>
            <a:ext cx="362079" cy="0"/>
          </a:xfrm>
          <a:prstGeom prst="straightConnector1">
            <a:avLst/>
          </a:prstGeom>
          <a:ln w="381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A34EFFD9-2B7F-223F-36C3-4CCC46291479}"/>
              </a:ext>
            </a:extLst>
          </p:cNvPr>
          <p:cNvCxnSpPr>
            <a:cxnSpLocks/>
          </p:cNvCxnSpPr>
          <p:nvPr/>
        </p:nvCxnSpPr>
        <p:spPr>
          <a:xfrm>
            <a:off x="1429014" y="3554011"/>
            <a:ext cx="362079" cy="0"/>
          </a:xfrm>
          <a:prstGeom prst="straightConnector1">
            <a:avLst/>
          </a:prstGeom>
          <a:ln w="38100">
            <a:solidFill>
              <a:srgbClr val="FF00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D8A48580-543E-68C9-355D-6C2F58EACB96}"/>
              </a:ext>
            </a:extLst>
          </p:cNvPr>
          <p:cNvCxnSpPr>
            <a:cxnSpLocks/>
          </p:cNvCxnSpPr>
          <p:nvPr/>
        </p:nvCxnSpPr>
        <p:spPr>
          <a:xfrm>
            <a:off x="2159509" y="2391164"/>
            <a:ext cx="551235" cy="0"/>
          </a:xfrm>
          <a:prstGeom prst="straightConnector1">
            <a:avLst/>
          </a:prstGeom>
          <a:ln w="381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7965C0EE-9642-2EA9-734C-AF9138078030}"/>
              </a:ext>
            </a:extLst>
          </p:cNvPr>
          <p:cNvCxnSpPr>
            <a:cxnSpLocks/>
          </p:cNvCxnSpPr>
          <p:nvPr/>
        </p:nvCxnSpPr>
        <p:spPr>
          <a:xfrm>
            <a:off x="2183074" y="3554011"/>
            <a:ext cx="551235" cy="0"/>
          </a:xfrm>
          <a:prstGeom prst="straightConnector1">
            <a:avLst/>
          </a:prstGeom>
          <a:ln w="38100">
            <a:solidFill>
              <a:srgbClr val="FF00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9F92FB23-9D37-AEB9-493C-1E3DAE1913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00" t="16870" r="16971" b="17050"/>
          <a:stretch>
            <a:fillRect/>
          </a:stretch>
        </p:blipFill>
        <p:spPr bwMode="auto">
          <a:xfrm>
            <a:off x="3739660" y="2205082"/>
            <a:ext cx="350993" cy="344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9AD6B91C-AEA0-8BCF-42B4-76BEC72FDE00}"/>
              </a:ext>
            </a:extLst>
          </p:cNvPr>
          <p:cNvCxnSpPr>
            <a:cxnSpLocks/>
            <a:endCxn id="20" idx="1"/>
          </p:cNvCxnSpPr>
          <p:nvPr/>
        </p:nvCxnSpPr>
        <p:spPr>
          <a:xfrm flipV="1">
            <a:off x="3335298" y="2377579"/>
            <a:ext cx="404362" cy="13"/>
          </a:xfrm>
          <a:prstGeom prst="straightConnector1">
            <a:avLst/>
          </a:prstGeom>
          <a:ln w="127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10B31F45-EE59-3B06-0BB0-9F63BE518A6D}"/>
              </a:ext>
            </a:extLst>
          </p:cNvPr>
          <p:cNvCxnSpPr>
            <a:cxnSpLocks/>
            <a:stCxn id="117" idx="3"/>
            <a:endCxn id="53" idx="1"/>
          </p:cNvCxnSpPr>
          <p:nvPr/>
        </p:nvCxnSpPr>
        <p:spPr>
          <a:xfrm flipV="1">
            <a:off x="3336021" y="3563437"/>
            <a:ext cx="1183271" cy="1582"/>
          </a:xfrm>
          <a:prstGeom prst="straightConnector1">
            <a:avLst/>
          </a:prstGeom>
          <a:ln w="38100">
            <a:solidFill>
              <a:srgbClr val="FF00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6F47604A-F072-9B2B-A28D-D050592AE8FB}"/>
              </a:ext>
            </a:extLst>
          </p:cNvPr>
          <p:cNvSpPr txBox="1"/>
          <p:nvPr/>
        </p:nvSpPr>
        <p:spPr>
          <a:xfrm>
            <a:off x="2317948" y="2666332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Données historiques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746A74A5-8390-A9B2-0686-BA8885C4CDA4}"/>
              </a:ext>
            </a:extLst>
          </p:cNvPr>
          <p:cNvSpPr txBox="1"/>
          <p:nvPr/>
        </p:nvSpPr>
        <p:spPr>
          <a:xfrm>
            <a:off x="2317948" y="3823045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Données prédictives</a:t>
            </a:r>
          </a:p>
        </p:txBody>
      </p: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201818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201818"/>
            <a:ext cx="3793922" cy="16816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6649" y="3166441"/>
            <a:ext cx="3357640" cy="169850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80270"/>
            <a:ext cx="3466770" cy="1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37780E3-EE64-E9EA-5E8A-0FA88242A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856" y="1116074"/>
            <a:ext cx="4246784" cy="292604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FE561E2-56B0-D6A0-F0B7-7F202EE513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840" y="1116074"/>
            <a:ext cx="3821225" cy="2932094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91E5332C-F2D0-0543-DF7C-6D3B8D01B2FA}"/>
              </a:ext>
            </a:extLst>
          </p:cNvPr>
          <p:cNvSpPr txBox="1"/>
          <p:nvPr/>
        </p:nvSpPr>
        <p:spPr>
          <a:xfrm>
            <a:off x="6754305" y="726955"/>
            <a:ext cx="2020760" cy="307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MAE du modèle : 6,57</a:t>
            </a:r>
          </a:p>
        </p:txBody>
      </p:sp>
      <p:sp>
        <p:nvSpPr>
          <p:cNvPr id="9" name="Google Shape;69;p3">
            <a:extLst>
              <a:ext uri="{FF2B5EF4-FFF2-40B4-BE49-F238E27FC236}">
                <a16:creationId xmlns:a16="http://schemas.microsoft.com/office/drawing/2014/main" id="{F0B9A769-DDF6-9710-D866-D2F50F863B22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DFD47DBC-035B-0B7D-9BB3-A4937ED2C9EB}"/>
              </a:ext>
            </a:extLst>
          </p:cNvPr>
          <p:cNvSpPr txBox="1">
            <a:spLocks/>
          </p:cNvSpPr>
          <p:nvPr/>
        </p:nvSpPr>
        <p:spPr>
          <a:xfrm>
            <a:off x="175098" y="4208112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b="1" dirty="0"/>
              <a:t>L’humidité</a:t>
            </a:r>
            <a:r>
              <a:rPr lang="fr-FR" sz="900" dirty="0"/>
              <a:t> est de loin la variable la plus déterminante, très au-dessus des autres</a:t>
            </a:r>
          </a:p>
          <a:p>
            <a:pPr>
              <a:buSzPct val="100000"/>
            </a:pPr>
            <a:r>
              <a:rPr lang="fr-FR" sz="900" dirty="0"/>
              <a:t>Entre 30% et 60% d'humidité, le taux de charge solaire est </a:t>
            </a:r>
            <a:r>
              <a:rPr lang="fr-FR" sz="900" b="1" dirty="0"/>
              <a:t>globalement plus élevé</a:t>
            </a:r>
            <a:r>
              <a:rPr lang="fr-FR" sz="900" dirty="0"/>
              <a:t>. Au-delà de 70 / 80%, la performance du solaire s’effondre progressivement.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EC86C4D-A9B4-4A74-ED37-29E01179A4EB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010F41C2-7624-67DE-B008-1F392C11A870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106A5BFC-54FA-403D-6C73-A732BC1D4F71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BF21BA6-F9E0-6E0C-29B6-304458B8661D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4"/>
              </a:rPr>
              <a:t>Lien Dashboard</a:t>
            </a:r>
            <a:endParaRPr lang="fr-FR" sz="80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224835CE-7645-B9BF-DF02-20730C1E63FF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Image 10">
            <a:extLst>
              <a:ext uri="{FF2B5EF4-FFF2-40B4-BE49-F238E27FC236}">
                <a16:creationId xmlns:a16="http://schemas.microsoft.com/office/drawing/2014/main" id="{6B0F1A83-2432-176C-4AA5-8DD51C43E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7225" y="1335349"/>
            <a:ext cx="4290207" cy="260935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2BBF9A1-C47F-62DF-F307-88D7E8C428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568" y="1335349"/>
            <a:ext cx="4214021" cy="260931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5" name="Google Shape;69;p3">
            <a:extLst>
              <a:ext uri="{FF2B5EF4-FFF2-40B4-BE49-F238E27FC236}">
                <a16:creationId xmlns:a16="http://schemas.microsoft.com/office/drawing/2014/main" id="{013ABAC4-C3BB-EC02-35DA-A3D2775495BD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73;p3">
            <a:extLst>
              <a:ext uri="{FF2B5EF4-FFF2-40B4-BE49-F238E27FC236}">
                <a16:creationId xmlns:a16="http://schemas.microsoft.com/office/drawing/2014/main" id="{351780FB-D45B-8CC9-9474-2419578455B1}"/>
              </a:ext>
            </a:extLst>
          </p:cNvPr>
          <p:cNvSpPr txBox="1">
            <a:spLocks/>
          </p:cNvSpPr>
          <p:nvPr/>
        </p:nvSpPr>
        <p:spPr>
          <a:xfrm>
            <a:off x="175098" y="4220811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dirty="0"/>
              <a:t>Majorité des points alignés globalement le long de la diagonale : </a:t>
            </a:r>
            <a:r>
              <a:rPr lang="fr-FR" sz="900" b="1" dirty="0"/>
              <a:t>Le modèle capture bien la tendance globale du taux de charge solaire</a:t>
            </a:r>
            <a:endParaRPr lang="fr-FR" sz="900" dirty="0"/>
          </a:p>
          <a:p>
            <a:pPr>
              <a:buSzPct val="100000"/>
            </a:pPr>
            <a:r>
              <a:rPr lang="fr-FR" sz="900" dirty="0"/>
              <a:t>Meilleure prédiction sur les données centrales que sur les valeurs basses et haute de la Target</a:t>
            </a:r>
          </a:p>
          <a:p>
            <a:pPr>
              <a:buSzPct val="100000"/>
            </a:pPr>
            <a:endParaRPr lang="fr-FR" sz="900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D10BBB2-7966-3E3A-0D09-F29E1C548804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00778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Visibilité sur 3 jours : </a:t>
            </a:r>
            <a:r>
              <a:rPr lang="fr-FR" sz="1200" dirty="0"/>
              <a:t>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Détection proactive des pics et creux</a:t>
            </a:r>
            <a:r>
              <a:rPr lang="fr-FR" sz="1200" dirty="0"/>
              <a:t> :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Analyse régionale précise : </a:t>
            </a:r>
            <a:r>
              <a:rPr lang="fr-FR" sz="1200" dirty="0"/>
              <a:t>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Outil d’aide à la décision</a:t>
            </a:r>
            <a:endParaRPr lang="fr-FR" sz="1200" dirty="0"/>
          </a:p>
          <a:p>
            <a:pPr marL="285750" indent="-2857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Passage en temps réel</a:t>
            </a:r>
            <a:r>
              <a:rPr lang="fr-FR" sz="1200" dirty="0"/>
              <a:t> des données et des prévisions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Lancement des prédictions </a:t>
            </a:r>
            <a:r>
              <a:rPr lang="fr-FR" sz="1200" dirty="0"/>
              <a:t>depuis le Dashboard (prédictions lancées en synchrone)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Ajout d’une prévision </a:t>
            </a:r>
            <a:r>
              <a:rPr lang="fr-FR" sz="1200" b="1" dirty="0" err="1"/>
              <a:t>intraday</a:t>
            </a:r>
            <a:r>
              <a:rPr lang="fr-FR" sz="1200" dirty="0"/>
              <a:t> : données RTE mises à jour toutes les 30 minutes (intérêt métier à vérifier)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Enrichissement par données satellitaires avancées</a:t>
            </a:r>
            <a:r>
              <a:rPr lang="fr-FR" sz="1200" dirty="0"/>
              <a:t> (nuages, couverture atmosphérique)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Généralisation</a:t>
            </a:r>
            <a:r>
              <a:rPr lang="fr-FR" sz="1200" dirty="0"/>
              <a:t> à d’autres filières énergétiques (Eolien, hydro électrique, …)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fr-FR" sz="1200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grpSp>
        <p:nvGrpSpPr>
          <p:cNvPr id="5" name="Groupe 4">
            <a:extLst>
              <a:ext uri="{FF2B5EF4-FFF2-40B4-BE49-F238E27FC236}">
                <a16:creationId xmlns:a16="http://schemas.microsoft.com/office/drawing/2014/main" id="{F4E17C80-100B-9769-D624-90E0C0132394}"/>
              </a:ext>
            </a:extLst>
          </p:cNvPr>
          <p:cNvGrpSpPr/>
          <p:nvPr/>
        </p:nvGrpSpPr>
        <p:grpSpPr>
          <a:xfrm>
            <a:off x="4647650" y="1061359"/>
            <a:ext cx="1522339" cy="576900"/>
            <a:chOff x="4647650" y="1061359"/>
            <a:chExt cx="1522339" cy="576900"/>
          </a:xfrm>
        </p:grpSpPr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F896893-885B-D70B-25B5-CAABE54E0893}"/>
                </a:ext>
              </a:extLst>
            </p:cNvPr>
            <p:cNvSpPr/>
            <p:nvPr/>
          </p:nvSpPr>
          <p:spPr>
            <a:xfrm>
              <a:off x="4647650" y="1061359"/>
              <a:ext cx="576900" cy="5769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B6EC7C46-975B-FBFB-4AEA-EBA9F7AF7291}"/>
                </a:ext>
              </a:extLst>
            </p:cNvPr>
            <p:cNvSpPr txBox="1"/>
            <p:nvPr/>
          </p:nvSpPr>
          <p:spPr>
            <a:xfrm>
              <a:off x="4647650" y="1134365"/>
              <a:ext cx="1522339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1050" b="1" dirty="0" err="1">
                  <a:solidFill>
                    <a:srgbClr val="FF0000"/>
                  </a:solidFill>
                </a:rPr>
                <a:t>What’s</a:t>
              </a:r>
              <a:endParaRPr lang="fr-FR" sz="1050" b="1" dirty="0">
                <a:solidFill>
                  <a:srgbClr val="FF0000"/>
                </a:solidFill>
              </a:endParaRPr>
            </a:p>
            <a:p>
              <a:r>
                <a:rPr lang="fr-FR" sz="1050" b="1" dirty="0" err="1">
                  <a:solidFill>
                    <a:srgbClr val="FF0000"/>
                  </a:solidFill>
                </a:rPr>
                <a:t>next</a:t>
              </a:r>
              <a:r>
                <a:rPr lang="fr-FR" sz="1050" b="1" dirty="0">
                  <a:solidFill>
                    <a:srgbClr val="FF0000"/>
                  </a:solidFill>
                </a:rPr>
                <a:t> ?</a:t>
              </a:r>
            </a:p>
          </p:txBody>
        </p:sp>
      </p:grp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E129141-57FA-3782-2D29-46A01202FF38}"/>
              </a:ext>
            </a:extLst>
          </p:cNvPr>
          <p:cNvSpPr/>
          <p:nvPr/>
        </p:nvSpPr>
        <p:spPr>
          <a:xfrm>
            <a:off x="3756838" y="2568491"/>
            <a:ext cx="1120102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Amélioration du modèle</a:t>
            </a:r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Github</a:t>
            </a:r>
            <a:r>
              <a:rPr lang="fr-FR" sz="1400" b="1" dirty="0"/>
              <a:t> : </a:t>
            </a:r>
            <a:r>
              <a:rPr lang="fr-FR" sz="1400" dirty="0">
                <a:hlinkClick r:id="rId4"/>
              </a:rPr>
              <a:t>https://github.com/Sheikoh/REnergies_efficiency_prediction.git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Dashboard : </a:t>
            </a:r>
            <a:r>
              <a:rPr lang="fr-FR" sz="1400" dirty="0">
                <a:hlinkClick r:id="rId5"/>
              </a:rPr>
              <a:t>https://renergies99-dashboard.hf.space/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Mlflow</a:t>
            </a:r>
            <a:r>
              <a:rPr lang="fr-FR" sz="1400" b="1" dirty="0"/>
              <a:t> : </a:t>
            </a:r>
            <a:r>
              <a:rPr lang="fr-FR" sz="1400" dirty="0">
                <a:hlinkClick r:id="rId6"/>
              </a:rPr>
              <a:t>https://renergies99-mlflow.hf.space/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API : </a:t>
            </a:r>
            <a:r>
              <a:rPr lang="fr-FR" sz="1400" dirty="0">
                <a:hlinkClick r:id="rId7"/>
              </a:rPr>
              <a:t>https://renergies99-api-renergy.hf.space/</a:t>
            </a: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54B39E8E-2AB4-298D-C3FD-3B563ED8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A01AE6FF-5294-F6EC-FB0D-D63D7D63D7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7FFB1AFA-ABA9-029D-77BD-FB2682A229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33F93AD1-3891-482A-2CFB-204DAC688B8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F110593-1E38-6872-65AA-F9F3DBB5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252541"/>
              </p:ext>
            </p:extLst>
          </p:nvPr>
        </p:nvGraphicFramePr>
        <p:xfrm>
          <a:off x="463375" y="1160010"/>
          <a:ext cx="8283386" cy="24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 dirty="0"/>
                        <a:t>Commentaires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dirty="0"/>
                        <a:t>Données de production RTE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National : historique sur 14 ans</a:t>
                      </a:r>
                    </a:p>
                    <a:p>
                      <a:r>
                        <a:rPr lang="fr-FR" sz="900" dirty="0"/>
                        <a:t>Régional : historique sur 5 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4"/>
                        </a:rPr>
                        <a:t>https://www.rte-france.com/donnees-publications/eco2mix-donnees-temps-reel/telecharger-indicateurs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Imagerie satellite Landsat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Images satellites et métadonnées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5"/>
                        </a:rPr>
                        <a:t>https://code.usgs.gov/eros-user-services/accessing_landsat_data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/>
                        <a:t>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météo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6"/>
                        </a:rPr>
                        <a:t>https://openweathermap.org/api/one-call-3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activité solaire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7"/>
                        </a:rPr>
                        <a:t>https://www.ngdc.noaa.gov/stp/space-weather/swpc-products/daily_reports/solar_geophysical_activity_summaries/</a:t>
                      </a:r>
                      <a:endParaRPr lang="fr-FR" sz="700" dirty="0"/>
                    </a:p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8"/>
                        </a:rPr>
                        <a:t>https://www.ngdc.noaa.gov/stp/space-weather/swpc-products/daily_reports/daypre/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6137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49C7C7C-BAA8-5CBB-3ADE-1F9924D0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3BC85E95-4F59-55B9-B380-6FD61AF2CA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E804739-9F31-8454-FC28-DA6E66AC7E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587BB39-15DC-9EC4-AE06-F77DE2D859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6B59FC8E-B1AF-6E01-CC30-CE12D63DD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834959"/>
              </p:ext>
            </p:extLst>
          </p:nvPr>
        </p:nvGraphicFramePr>
        <p:xfrm>
          <a:off x="274320" y="1149350"/>
          <a:ext cx="8660130" cy="3346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064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Kick-off projet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Cadrage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besoin</a:t>
                      </a:r>
                      <a:r>
                        <a:rPr sz="900" dirty="0"/>
                        <a:t> + </a:t>
                      </a:r>
                      <a:r>
                        <a:rPr sz="900" dirty="0" err="1"/>
                        <a:t>périmètre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historique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prédictions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hist.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préd.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ODRE + 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Auto.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Script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Imagerie</a:t>
                      </a:r>
                      <a:r>
                        <a:rPr sz="900" dirty="0"/>
                        <a:t>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Landsat + rasterio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Nettoyage</a:t>
                      </a:r>
                      <a:r>
                        <a:rPr sz="900" dirty="0"/>
                        <a:t>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Schéma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cible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Tables + jointures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Analyse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explor</a:t>
                      </a:r>
                      <a:r>
                        <a:rPr lang="fr-FR" sz="900" dirty="0" err="1"/>
                        <a:t>atoire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Viz météo +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7282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662A3CAC-EC1B-AA45-9E20-E12144E1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BB00398-E180-1580-BB88-2943694B852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9ABA4C2F-249B-BC63-451A-EE400E7D87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D20B7B3-1FD3-F449-A24A-304C0F5D8EB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946331AE-73F0-28FF-B3AA-2EEF9B330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7343311"/>
              </p:ext>
            </p:extLst>
          </p:nvPr>
        </p:nvGraphicFramePr>
        <p:xfrm>
          <a:off x="274320" y="1149350"/>
          <a:ext cx="8660130" cy="2578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Feature </a:t>
                      </a:r>
                      <a:r>
                        <a:rPr lang="fr-FR" sz="900" dirty="0"/>
                        <a:t>engineering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Variables temp/spat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Modélisation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MLflow + 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Évaluation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Métriques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Streamlit /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Tests finaux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Structure 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Présentation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25/11/2025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À faire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240285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1358</TotalTime>
  <Words>1528</Words>
  <Application>Microsoft Office PowerPoint</Application>
  <PresentationFormat>Affichage à l'écran (16:9)</PresentationFormat>
  <Paragraphs>361</Paragraphs>
  <Slides>17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17</vt:i4>
      </vt:variant>
    </vt:vector>
  </HeadingPairs>
  <TitlesOfParts>
    <vt:vector size="25" baseType="lpstr">
      <vt:lpstr>Inter</vt:lpstr>
      <vt:lpstr>Calibri</vt:lpstr>
      <vt:lpstr>Wingdings</vt:lpstr>
      <vt:lpstr>Inter Medium</vt:lpstr>
      <vt:lpstr>Arial</vt:lpstr>
      <vt:lpstr>Inter SemiBold</vt:lpstr>
      <vt:lpstr>Simple Light</vt:lpstr>
      <vt:lpstr>1_Simple Light</vt:lpstr>
      <vt:lpstr>Optimisation du mix énergétique</vt:lpstr>
      <vt:lpstr>Group members</vt:lpstr>
      <vt:lpstr>Qu’est ce que le taux de charge solaire ?</vt:lpstr>
      <vt:lpstr>Pitch</vt:lpstr>
      <vt:lpstr>Contexte et problématique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Valeur ajoutée et perspectives</vt:lpstr>
      <vt:lpstr>Des questions ?</vt:lpstr>
      <vt:lpstr>Annexes</vt:lpstr>
      <vt:lpstr>Ressourses projet</vt:lpstr>
      <vt:lpstr>Sources de données</vt:lpstr>
      <vt:lpstr>Méthodologie projet (tâches et cadencement)</vt:lpstr>
      <vt:lpstr>Méthodologie projet (tâches et cadencement)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4</cp:revision>
  <dcterms:modified xsi:type="dcterms:W3CDTF">2025-11-23T09:52:40Z</dcterms:modified>
</cp:coreProperties>
</file>