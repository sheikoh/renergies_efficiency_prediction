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1" r:id="rId14"/>
    <p:sldId id="273" r:id="rId15"/>
    <p:sldId id="275" r:id="rId16"/>
    <p:sldId id="294" r:id="rId17"/>
    <p:sldId id="295" r:id="rId18"/>
    <p:sldId id="296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136" dt="2025-11-24T09:25:37.1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3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4T09:28:51.221" v="7814" actId="1076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5:21:22.933" v="7153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08:29:20.359" v="7736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">
          <ac:chgData name="Jean-Yves Vuillequez" userId="e7fac481abea6bd0" providerId="LiveId" clId="{79E365E8-22BC-4EC2-9606-9A9AC6CD1D22}" dt="2025-11-23T08:59:51.254" v="7715" actId="14100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2T09:16:55.604" v="7240" actId="1035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2T18:17:05.681" v="7617" actId="1076"/>
          <ac:spMkLst>
            <pc:docMk/>
            <pc:sldMk cId="1821755839" sldId="274"/>
            <ac:spMk id="5" creationId="{564CE1A9-869C-774B-0E58-18DB76A3FCD2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2" creationId="{55F95513-FB46-9FE4-91D4-34DF9BFEC6C4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2T18:09:50.323" v="7601" actId="20577"/>
          <ac:spMkLst>
            <pc:docMk/>
            <pc:sldMk cId="1821755839" sldId="274"/>
            <ac:spMk id="31" creationId="{6F47604A-F072-9B2B-A28D-D050592AE8FB}"/>
          </ac:spMkLst>
        </pc:spChg>
        <pc:spChg chg="add mod">
          <ac:chgData name="Jean-Yves Vuillequez" userId="e7fac481abea6bd0" providerId="LiveId" clId="{79E365E8-22BC-4EC2-9606-9A9AC6CD1D22}" dt="2025-11-22T18:22:04.333" v="7677" actId="20577"/>
          <ac:spMkLst>
            <pc:docMk/>
            <pc:sldMk cId="1821755839" sldId="274"/>
            <ac:spMk id="32" creationId="{746A74A5-8390-A9B2-0686-BA8885C4CDA4}"/>
          </ac:spMkLst>
        </pc:spChg>
        <pc:spChg chg="add mod topLvl">
          <ac:chgData name="Jean-Yves Vuillequez" userId="e7fac481abea6bd0" providerId="LiveId" clId="{79E365E8-22BC-4EC2-9606-9A9AC6CD1D22}" dt="2025-11-22T18:03:46.416" v="7531" actId="165"/>
          <ac:spMkLst>
            <pc:docMk/>
            <pc:sldMk cId="1821755839" sldId="274"/>
            <ac:spMk id="44" creationId="{682088E1-064C-5214-7A97-A059E4869B55}"/>
          </ac:spMkLst>
        </pc:spChg>
        <pc:spChg chg="add mod ord topLvl">
          <ac:chgData name="Jean-Yves Vuillequez" userId="e7fac481abea6bd0" providerId="LiveId" clId="{79E365E8-22BC-4EC2-9606-9A9AC6CD1D22}" dt="2025-11-22T18:21:31.528" v="7661" actId="14100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2T18:17:34.404" v="7627" actId="1036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2T18:31:30.300" v="7714" actId="14100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2T18:30:42.838" v="7705" actId="14100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2T18:30:48.419" v="7706" actId="1076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2T18:16:36.285" v="7612" actId="1076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2T09:49:04.487" v="7454" actId="1076"/>
          <ac:grpSpMkLst>
            <pc:docMk/>
            <pc:sldMk cId="1821755839" sldId="274"/>
            <ac:grpSpMk id="78" creationId="{48BB1303-220D-775F-BC97-35D0BC10D7AC}"/>
          </ac:grpSpMkLst>
        </pc:grpChg>
        <pc:picChg chg="add mod">
          <ac:chgData name="Jean-Yves Vuillequez" userId="e7fac481abea6bd0" providerId="LiveId" clId="{79E365E8-22BC-4EC2-9606-9A9AC6CD1D22}" dt="2025-11-22T18:15:44.176" v="7605" actId="1076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21" creationId="{174134F5-72A3-DA25-E671-C7DDD8DFA83A}"/>
          </ac:picMkLst>
        </pc:picChg>
        <pc:picChg chg="add mod topLvl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add mod ord">
          <ac:chgData name="Jean-Yves Vuillequez" userId="e7fac481abea6bd0" providerId="LiveId" clId="{79E365E8-22BC-4EC2-9606-9A9AC6CD1D22}" dt="2025-11-22T09:48:44.342" v="7448" actId="1076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68" creationId="{6A1FE08D-DF15-8940-EAA5-98ED76914736}"/>
          </ac:picMkLst>
        </pc:picChg>
        <pc:picChg chg="add mod topLvl">
          <ac:chgData name="Jean-Yves Vuillequez" userId="e7fac481abea6bd0" providerId="LiveId" clId="{79E365E8-22BC-4EC2-9606-9A9AC6CD1D22}" dt="2025-11-22T18:30:48.419" v="7706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2T18:04:18.127" v="7542" actId="1076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2T18:09:27.039" v="7573" actId="1076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2T18:04:11.938" v="7538" actId="1076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2T09:50:17.468" v="7485" actId="165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2T18:03:10.913" v="7529" actId="1076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2T18:21:35.229" v="7662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2T18:18:03.181" v="7649" actId="1038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2T09:27:45.100" v="7313" actId="1076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2T10:36:12.902" v="7491" actId="107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2T18:03:28.800" v="7530" actId="165"/>
          <ac:cxnSpMkLst>
            <pc:docMk/>
            <pc:sldMk cId="1821755839" sldId="274"/>
            <ac:cxnSpMk id="30" creationId="{DD9C7B50-C6F5-7260-C61A-2CAE5E4C0BF7}"/>
          </ac:cxnSpMkLst>
        </pc:cxnChg>
        <pc:cxnChg chg="add mod ord topLvl">
          <ac:chgData name="Jean-Yves Vuillequez" userId="e7fac481abea6bd0" providerId="LiveId" clId="{79E365E8-22BC-4EC2-9606-9A9AC6CD1D22}" dt="2025-11-22T18:30:29.969" v="7704" actId="208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2T18:31:30.300" v="7714" actId="14100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2T09:49:17.557" v="7465" actId="14100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2T18:15:55.951" v="7607" actId="107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09:28:44.476" v="7813" actId="107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4T08:55:57.791" v="7744" actId="1076"/>
          <ac:spMkLst>
            <pc:docMk/>
            <pc:sldMk cId="2290935718" sldId="289"/>
            <ac:spMk id="3" creationId="{E869AAB6-05E5-7ABD-6265-0FBFDCCB98A9}"/>
          </ac:spMkLst>
        </pc:spChg>
        <pc:spChg chg="add mod">
          <ac:chgData name="Jean-Yves Vuillequez" userId="e7fac481abea6bd0" providerId="LiveId" clId="{79E365E8-22BC-4EC2-9606-9A9AC6CD1D22}" dt="2025-11-24T09:28:44.476" v="7813" actId="1076"/>
          <ac:spMkLst>
            <pc:docMk/>
            <pc:sldMk cId="2290935718" sldId="289"/>
            <ac:spMk id="4" creationId="{786453DB-D6FB-CB5F-9376-5629883FAC60}"/>
          </ac:spMkLst>
        </pc:spChg>
        <pc:spChg chg="add mod">
          <ac:chgData name="Jean-Yves Vuillequez" userId="e7fac481abea6bd0" providerId="LiveId" clId="{79E365E8-22BC-4EC2-9606-9A9AC6CD1D22}" dt="2025-11-24T08:56:09.895" v="7746" actId="207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1T14:57:50.116" v="7125" actId="1076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mod">
          <ac:chgData name="Jean-Yves Vuillequez" userId="e7fac481abea6bd0" providerId="LiveId" clId="{79E365E8-22BC-4EC2-9606-9A9AC6CD1D22}" dt="2025-11-21T14:51:53.241" v="7078" actId="1076"/>
          <ac:picMkLst>
            <pc:docMk/>
            <pc:sldMk cId="2290935718" sldId="289"/>
            <ac:picMk id="7" creationId="{5FE561E2-56B0-D6A0-F0B7-7F202EE51386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09:17:55.495" v="7798" actId="14100"/>
          <ac:picMkLst>
            <pc:docMk/>
            <pc:sldMk cId="2290935718" sldId="289"/>
            <ac:picMk id="13" creationId="{7D6B0B43-8628-A21E-C82B-D058DBA5452A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09:28:51.221" v="7814" actId="1076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4T09:28:51.221" v="7814" actId="1076"/>
          <ac:spMkLst>
            <pc:docMk/>
            <pc:sldMk cId="3332770" sldId="291"/>
            <ac:spMk id="3" creationId="{6C8C8F79-17EE-7C7E-88F5-83418E095E94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mod ord">
          <ac:chgData name="Jean-Yves Vuillequez" userId="e7fac481abea6bd0" providerId="LiveId" clId="{79E365E8-22BC-4EC2-9606-9A9AC6CD1D22}" dt="2025-11-24T09:25:47.374" v="7812" actId="167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5:51:07.122" v="7195" actId="478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28.398" v="7786" actId="207"/>
        <pc:sldMkLst>
          <pc:docMk/>
          <pc:sldMk cId="2817282669" sldId="295"/>
        </pc:sldMkLst>
        <pc:spChg chg="add mod">
          <ac:chgData name="Jean-Yves Vuillequez" userId="e7fac481abea6bd0" providerId="LiveId" clId="{79E365E8-22BC-4EC2-9606-9A9AC6CD1D22}" dt="2025-11-24T08:57:28.398" v="7786" actId="207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30.272" v="7787"/>
        <pc:sldMkLst>
          <pc:docMk/>
          <pc:sldMk cId="2552402859" sldId="296"/>
        </pc:sldMkLst>
        <pc:spChg chg="add mod">
          <ac:chgData name="Jean-Yves Vuillequez" userId="e7fac481abea6bd0" providerId="LiveId" clId="{79E365E8-22BC-4EC2-9606-9A9AC6CD1D22}" dt="2025-11-24T08:57:30.272" v="7787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/>
              <a:t>Préparation et </a:t>
            </a:r>
          </a:p>
          <a:p>
            <a:pPr marL="158750" indent="0" algn="ctr">
              <a:buNone/>
            </a:pPr>
            <a:r>
              <a:rPr lang="fr-FR" sz="800" b="1"/>
              <a:t>nettoyage</a:t>
            </a:r>
            <a:endParaRPr lang="fr-FR" sz="8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811" y="2524266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63276" y="2705986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28306"/>
            <a:ext cx="1796425" cy="1870262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626281" y="1716520"/>
            <a:ext cx="653142" cy="27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58501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246312" y="2674581"/>
            <a:ext cx="139021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  <a:p>
            <a:pPr algn="ctr"/>
            <a:r>
              <a:rPr lang="fr-FR" sz="600" b="1" dirty="0"/>
              <a:t>(métadonnées)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2922466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246312" y="339682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4" y="363415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246312" y="410851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2551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095600" y="1606201"/>
            <a:ext cx="264768" cy="2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711807"/>
            <a:ext cx="1776005" cy="2786761"/>
          </a:xfrm>
          <a:prstGeom prst="roundRect">
            <a:avLst/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364720" y="4340702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7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7166" y="4106965"/>
            <a:ext cx="347790" cy="416048"/>
          </a:xfrm>
          <a:prstGeom prst="rect">
            <a:avLst/>
          </a:prstGeom>
        </p:spPr>
      </p:pic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0993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4068942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2970222"/>
            <a:ext cx="110451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85576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PREDICT </a:t>
            </a:r>
          </a:p>
          <a:p>
            <a:pPr algn="ctr"/>
            <a:r>
              <a:rPr lang="fr-FR" sz="700" dirty="0"/>
              <a:t>Sur 3 jours glissants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0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797443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12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00942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33111" y="2035648"/>
            <a:ext cx="551235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293137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48BB1303-220D-775F-BC97-35D0BC10D7AC}"/>
              </a:ext>
            </a:extLst>
          </p:cNvPr>
          <p:cNvGrpSpPr/>
          <p:nvPr/>
        </p:nvGrpSpPr>
        <p:grpSpPr>
          <a:xfrm>
            <a:off x="6670344" y="3995036"/>
            <a:ext cx="703440" cy="410340"/>
            <a:chOff x="7750640" y="4242260"/>
            <a:chExt cx="447927" cy="261290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2717304" y="2067458"/>
            <a:ext cx="602696" cy="61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2671095" y="3245811"/>
            <a:ext cx="664926" cy="63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945" y="2093612"/>
            <a:ext cx="574201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197" y="3264975"/>
            <a:ext cx="578072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709" y="1469509"/>
            <a:ext cx="972305" cy="3029059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9116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554011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</p:cNvCxnSpPr>
          <p:nvPr/>
        </p:nvCxnSpPr>
        <p:spPr>
          <a:xfrm>
            <a:off x="2159509" y="2391164"/>
            <a:ext cx="551235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</p:cNvCxnSpPr>
          <p:nvPr/>
        </p:nvCxnSpPr>
        <p:spPr>
          <a:xfrm>
            <a:off x="2183074" y="3554011"/>
            <a:ext cx="551235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9F92FB23-9D37-AEB9-493C-1E3DAE191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739660" y="2205082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AD6B91C-AEA0-8BCF-42B4-76BEC72FDE00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335298" y="2377579"/>
            <a:ext cx="404362" cy="13"/>
          </a:xfrm>
          <a:prstGeom prst="straightConnector1">
            <a:avLst/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10B31F45-EE59-3B06-0BB0-9F63BE518A6D}"/>
              </a:ext>
            </a:extLst>
          </p:cNvPr>
          <p:cNvCxnSpPr>
            <a:cxnSpLocks/>
            <a:stCxn id="117" idx="3"/>
            <a:endCxn id="53" idx="1"/>
          </p:cNvCxnSpPr>
          <p:nvPr/>
        </p:nvCxnSpPr>
        <p:spPr>
          <a:xfrm flipV="1">
            <a:off x="3336021" y="3563437"/>
            <a:ext cx="1183271" cy="1582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317948" y="2666332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historiques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46A74A5-8390-A9B2-0686-BA8885C4CDA4}"/>
              </a:ext>
            </a:extLst>
          </p:cNvPr>
          <p:cNvSpPr txBox="1"/>
          <p:nvPr/>
        </p:nvSpPr>
        <p:spPr>
          <a:xfrm>
            <a:off x="2317948" y="3823045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prédictives</a:t>
            </a:r>
          </a:p>
        </p:txBody>
      </p: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  <p:bldP spid="58" grpId="0"/>
      <p:bldP spid="67" grpId="0"/>
      <p:bldP spid="70" grpId="0"/>
      <p:bldP spid="73" grpId="0"/>
      <p:bldP spid="71" grpId="0" animBg="1"/>
      <p:bldP spid="106" grpId="0" animBg="1"/>
      <p:bldP spid="54" grpId="0" animBg="1"/>
      <p:bldP spid="55" grpId="0"/>
      <p:bldP spid="56" grpId="0" animBg="1"/>
      <p:bldP spid="57" grpId="0"/>
      <p:bldP spid="1074" grpId="0" animBg="1"/>
      <p:bldP spid="2097" grpId="0"/>
      <p:bldP spid="46" grpId="0" animBg="1"/>
      <p:bldP spid="44" grpId="0"/>
      <p:bldP spid="4" grpId="0" animBg="1"/>
      <p:bldP spid="5" grpId="0" animBg="1"/>
      <p:bldP spid="23" grpId="0" animBg="1"/>
      <p:bldP spid="3" grpId="0" animBg="1"/>
      <p:bldP spid="31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FE561E2-56B0-D6A0-F0B7-7F202EE51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840" y="1116074"/>
            <a:ext cx="3821225" cy="29320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>
            <a:off x="6754305" y="698496"/>
            <a:ext cx="2020760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6,57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progressivement.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869AAB6-05E5-7ABD-6265-0FBFDCCB98A9}"/>
              </a:ext>
            </a:extLst>
          </p:cNvPr>
          <p:cNvSpPr/>
          <p:nvPr/>
        </p:nvSpPr>
        <p:spPr>
          <a:xfrm>
            <a:off x="6608002" y="486574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6453DB-D6FB-CB5F-9376-5629883FAC60}"/>
              </a:ext>
            </a:extLst>
          </p:cNvPr>
          <p:cNvSpPr txBox="1"/>
          <p:nvPr/>
        </p:nvSpPr>
        <p:spPr>
          <a:xfrm rot="1276305">
            <a:off x="7445610" y="243080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409" y="1109296"/>
            <a:ext cx="4267865" cy="2932817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C4C223B-DBE1-9C23-F6A9-F0D53C755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035" y="1337691"/>
            <a:ext cx="4414918" cy="26038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C8C8F79-17EE-7C7E-88F5-83418E095E94}"/>
              </a:ext>
            </a:extLst>
          </p:cNvPr>
          <p:cNvSpPr txBox="1"/>
          <p:nvPr/>
        </p:nvSpPr>
        <p:spPr>
          <a:xfrm rot="1276305">
            <a:off x="3235574" y="1414184"/>
            <a:ext cx="1220771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89EE8D39-D478-0817-1A92-C3865BB10A61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B05B1FD-33BF-DA06-1EDF-2A61D6895874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1416</TotalTime>
  <Words>1541</Words>
  <Application>Microsoft Office PowerPoint</Application>
  <PresentationFormat>Affichage à l'écran (16:9)</PresentationFormat>
  <Paragraphs>366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Calibri</vt:lpstr>
      <vt:lpstr>Wingdings</vt:lpstr>
      <vt:lpstr>Inter SemiBold</vt:lpstr>
      <vt:lpstr>Arial</vt:lpstr>
      <vt:lpstr>Inter Medium</vt:lpstr>
      <vt:lpstr>Inter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2025-11-24T09:28:52Z</dcterms:modified>
</cp:coreProperties>
</file>