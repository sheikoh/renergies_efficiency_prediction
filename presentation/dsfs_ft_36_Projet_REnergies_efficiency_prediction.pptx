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19"/>
  </p:notesMasterIdLst>
  <p:sldIdLst>
    <p:sldId id="256" r:id="rId3"/>
    <p:sldId id="263" r:id="rId4"/>
    <p:sldId id="287" r:id="rId5"/>
    <p:sldId id="286" r:id="rId6"/>
    <p:sldId id="274" r:id="rId7"/>
    <p:sldId id="270" r:id="rId8"/>
    <p:sldId id="293" r:id="rId9"/>
    <p:sldId id="289" r:id="rId10"/>
    <p:sldId id="291" r:id="rId11"/>
    <p:sldId id="292" r:id="rId12"/>
    <p:sldId id="273" r:id="rId13"/>
    <p:sldId id="275" r:id="rId14"/>
    <p:sldId id="294" r:id="rId15"/>
    <p:sldId id="295" r:id="rId16"/>
    <p:sldId id="296" r:id="rId17"/>
    <p:sldId id="271" r:id="rId18"/>
  </p:sldIdLst>
  <p:sldSz cx="9144000" cy="5143500" type="screen16x9"/>
  <p:notesSz cx="6858000" cy="9144000"/>
  <p:embeddedFontLst>
    <p:embeddedFont>
      <p:font typeface="Inter" panose="020B0604020202020204" charset="0"/>
      <p:regular r:id="rId20"/>
      <p:bold r:id="rId21"/>
      <p:italic r:id="rId22"/>
      <p:boldItalic r:id="rId23"/>
    </p:embeddedFont>
    <p:embeddedFont>
      <p:font typeface="Inter Medium" panose="020B0604020202020204" charset="0"/>
      <p:regular r:id="rId24"/>
      <p:bold r:id="rId25"/>
      <p:italic r:id="rId26"/>
      <p:boldItalic r:id="rId27"/>
    </p:embeddedFont>
    <p:embeddedFont>
      <p:font typeface="Inter SemiBold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016EC2"/>
    <a:srgbClr val="41545E"/>
    <a:srgbClr val="E4E9EB"/>
    <a:srgbClr val="0E34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B72A00-7F79-4813-B4C2-C6564860F3F6}" v="979" dt="2025-11-20T16:50:18.3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36" autoAdjust="0"/>
  </p:normalViewPr>
  <p:slideViewPr>
    <p:cSldViewPr snapToGrid="0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n-Yves Vuillequez" userId="e7fac481abea6bd0" providerId="LiveId" clId="{79E365E8-22BC-4EC2-9606-9A9AC6CD1D22}"/>
    <pc:docChg chg="undo custSel addSld delSld modSld sldOrd">
      <pc:chgData name="Jean-Yves Vuillequez" userId="e7fac481abea6bd0" providerId="LiveId" clId="{79E365E8-22BC-4EC2-9606-9A9AC6CD1D22}" dt="2025-11-20T16:50:18.376" v="4801" actId="20577"/>
      <pc:docMkLst>
        <pc:docMk/>
      </pc:docMkLst>
      <pc:sldChg chg="modSp mod">
        <pc:chgData name="Jean-Yves Vuillequez" userId="e7fac481abea6bd0" providerId="LiveId" clId="{79E365E8-22BC-4EC2-9606-9A9AC6CD1D22}" dt="2025-11-20T10:46:33.143" v="1845" actId="1076"/>
        <pc:sldMkLst>
          <pc:docMk/>
          <pc:sldMk cId="0" sldId="256"/>
        </pc:sldMkLst>
        <pc:spChg chg="mod">
          <ac:chgData name="Jean-Yves Vuillequez" userId="e7fac481abea6bd0" providerId="LiveId" clId="{79E365E8-22BC-4EC2-9606-9A9AC6CD1D22}" dt="2025-11-20T10:46:27.739" v="1844" actId="14100"/>
          <ac:spMkLst>
            <pc:docMk/>
            <pc:sldMk cId="0" sldId="256"/>
            <ac:spMk id="54" creationId="{00000000-0000-0000-0000-000000000000}"/>
          </ac:spMkLst>
        </pc:spChg>
        <pc:spChg chg="mod">
          <ac:chgData name="Jean-Yves Vuillequez" userId="e7fac481abea6bd0" providerId="LiveId" clId="{79E365E8-22BC-4EC2-9606-9A9AC6CD1D22}" dt="2025-11-20T10:46:33.143" v="1845" actId="1076"/>
          <ac:spMkLst>
            <pc:docMk/>
            <pc:sldMk cId="0" sldId="256"/>
            <ac:spMk id="57" creationId="{00000000-0000-0000-0000-000000000000}"/>
          </ac:spMkLst>
        </pc:spChg>
      </pc:sldChg>
      <pc:sldChg chg="addSp delSp modSp add del mod">
        <pc:chgData name="Jean-Yves Vuillequez" userId="e7fac481abea6bd0" providerId="LiveId" clId="{79E365E8-22BC-4EC2-9606-9A9AC6CD1D22}" dt="2025-11-20T14:44:47.056" v="3910" actId="1076"/>
        <pc:sldMkLst>
          <pc:docMk/>
          <pc:sldMk cId="0" sldId="263"/>
        </pc:sldMkLst>
        <pc:spChg chg="add mod">
          <ac:chgData name="Jean-Yves Vuillequez" userId="e7fac481abea6bd0" providerId="LiveId" clId="{79E365E8-22BC-4EC2-9606-9A9AC6CD1D22}" dt="2025-11-20T14:44:47.056" v="3910" actId="1076"/>
          <ac:spMkLst>
            <pc:docMk/>
            <pc:sldMk cId="0" sldId="263"/>
            <ac:spMk id="2" creationId="{84C75A5D-5A8E-E656-FAD3-37CEBF0CBDC6}"/>
          </ac:spMkLst>
        </pc:spChg>
        <pc:spChg chg="mod">
          <ac:chgData name="Jean-Yves Vuillequez" userId="e7fac481abea6bd0" providerId="LiveId" clId="{79E365E8-22BC-4EC2-9606-9A9AC6CD1D22}" dt="2025-11-19T10:57:53.045" v="42" actId="20577"/>
          <ac:spMkLst>
            <pc:docMk/>
            <pc:sldMk cId="0" sldId="263"/>
            <ac:spMk id="61" creationId="{00000000-0000-0000-0000-000000000000}"/>
          </ac:spMkLst>
        </pc:spChg>
        <pc:picChg chg="del mod">
          <ac:chgData name="Jean-Yves Vuillequez" userId="e7fac481abea6bd0" providerId="LiveId" clId="{79E365E8-22BC-4EC2-9606-9A9AC6CD1D22}" dt="2025-11-19T10:57:28.093" v="13" actId="478"/>
          <ac:picMkLst>
            <pc:docMk/>
            <pc:sldMk cId="0" sldId="263"/>
            <ac:picMk id="5" creationId="{BF507C43-8C8F-F14C-A2E6-D966FC03A531}"/>
          </ac:picMkLst>
        </pc:picChg>
      </pc:sldChg>
      <pc:sldChg chg="del">
        <pc:chgData name="Jean-Yves Vuillequez" userId="e7fac481abea6bd0" providerId="LiveId" clId="{79E365E8-22BC-4EC2-9606-9A9AC6CD1D22}" dt="2025-11-19T10:57:21.256" v="9" actId="47"/>
        <pc:sldMkLst>
          <pc:docMk/>
          <pc:sldMk cId="0" sldId="264"/>
        </pc:sldMkLst>
      </pc:sldChg>
      <pc:sldChg chg="del">
        <pc:chgData name="Jean-Yves Vuillequez" userId="e7fac481abea6bd0" providerId="LiveId" clId="{79E365E8-22BC-4EC2-9606-9A9AC6CD1D22}" dt="2025-11-19T11:00:58.858" v="84" actId="47"/>
        <pc:sldMkLst>
          <pc:docMk/>
          <pc:sldMk cId="0" sldId="265"/>
        </pc:sldMkLst>
      </pc:sldChg>
      <pc:sldChg chg="del">
        <pc:chgData name="Jean-Yves Vuillequez" userId="e7fac481abea6bd0" providerId="LiveId" clId="{79E365E8-22BC-4EC2-9606-9A9AC6CD1D22}" dt="2025-11-19T11:00:58.858" v="84" actId="47"/>
        <pc:sldMkLst>
          <pc:docMk/>
          <pc:sldMk cId="1868318443" sldId="266"/>
        </pc:sldMkLst>
      </pc:sldChg>
      <pc:sldChg chg="del">
        <pc:chgData name="Jean-Yves Vuillequez" userId="e7fac481abea6bd0" providerId="LiveId" clId="{79E365E8-22BC-4EC2-9606-9A9AC6CD1D22}" dt="2025-11-19T11:00:58.858" v="84" actId="47"/>
        <pc:sldMkLst>
          <pc:docMk/>
          <pc:sldMk cId="2644984178" sldId="267"/>
        </pc:sldMkLst>
      </pc:sldChg>
      <pc:sldChg chg="addSp delSp modSp mod">
        <pc:chgData name="Jean-Yves Vuillequez" userId="e7fac481abea6bd0" providerId="LiveId" clId="{79E365E8-22BC-4EC2-9606-9A9AC6CD1D22}" dt="2025-11-20T13:25:35.424" v="3240" actId="1076"/>
        <pc:sldMkLst>
          <pc:docMk/>
          <pc:sldMk cId="0" sldId="270"/>
        </pc:sldMkLst>
        <pc:spChg chg="add mod">
          <ac:chgData name="Jean-Yves Vuillequez" userId="e7fac481abea6bd0" providerId="LiveId" clId="{79E365E8-22BC-4EC2-9606-9A9AC6CD1D22}" dt="2025-11-20T13:25:35.424" v="3240" actId="1076"/>
          <ac:spMkLst>
            <pc:docMk/>
            <pc:sldMk cId="0" sldId="270"/>
            <ac:spMk id="2" creationId="{A8AF3C33-4A88-5872-EAED-84B597DDCB98}"/>
          </ac:spMkLst>
        </pc:spChg>
        <pc:spChg chg="add del mod">
          <ac:chgData name="Jean-Yves Vuillequez" userId="e7fac481abea6bd0" providerId="LiveId" clId="{79E365E8-22BC-4EC2-9606-9A9AC6CD1D22}" dt="2025-11-20T10:05:28.670" v="648" actId="478"/>
          <ac:spMkLst>
            <pc:docMk/>
            <pc:sldMk cId="0" sldId="270"/>
            <ac:spMk id="4" creationId="{CFF3CFE9-35DD-FA20-F905-181316C559B6}"/>
          </ac:spMkLst>
        </pc:spChg>
        <pc:spChg chg="add mod">
          <ac:chgData name="Jean-Yves Vuillequez" userId="e7fac481abea6bd0" providerId="LiveId" clId="{79E365E8-22BC-4EC2-9606-9A9AC6CD1D22}" dt="2025-11-20T13:13:44.672" v="3099" actId="108"/>
          <ac:spMkLst>
            <pc:docMk/>
            <pc:sldMk cId="0" sldId="270"/>
            <ac:spMk id="5" creationId="{6E9B9A86-9FEE-4DF9-2C6B-AA0F6754EFCC}"/>
          </ac:spMkLst>
        </pc:spChg>
        <pc:spChg chg="add del">
          <ac:chgData name="Jean-Yves Vuillequez" userId="e7fac481abea6bd0" providerId="LiveId" clId="{79E365E8-22BC-4EC2-9606-9A9AC6CD1D22}" dt="2025-11-19T15:27:31.625" v="178" actId="22"/>
          <ac:spMkLst>
            <pc:docMk/>
            <pc:sldMk cId="0" sldId="270"/>
            <ac:spMk id="5" creationId="{CFDEE9DF-9D18-D97C-5C14-CA1236A83E99}"/>
          </ac:spMkLst>
        </pc:spChg>
        <pc:spChg chg="add mod">
          <ac:chgData name="Jean-Yves Vuillequez" userId="e7fac481abea6bd0" providerId="LiveId" clId="{79E365E8-22BC-4EC2-9606-9A9AC6CD1D22}" dt="2025-11-20T10:05:42.543" v="665"/>
          <ac:spMkLst>
            <pc:docMk/>
            <pc:sldMk cId="0" sldId="270"/>
            <ac:spMk id="6" creationId="{49D47BAE-88E1-8FD3-90BE-51B6479B85BE}"/>
          </ac:spMkLst>
        </pc:spChg>
        <pc:spChg chg="add del mod">
          <ac:chgData name="Jean-Yves Vuillequez" userId="e7fac481abea6bd0" providerId="LiveId" clId="{79E365E8-22BC-4EC2-9606-9A9AC6CD1D22}" dt="2025-11-20T10:30:47.251" v="1672" actId="478"/>
          <ac:spMkLst>
            <pc:docMk/>
            <pc:sldMk cId="0" sldId="270"/>
            <ac:spMk id="7" creationId="{8FDC42F2-B714-150C-0107-EB7EC4E29659}"/>
          </ac:spMkLst>
        </pc:spChg>
        <pc:spChg chg="add mod">
          <ac:chgData name="Jean-Yves Vuillequez" userId="e7fac481abea6bd0" providerId="LiveId" clId="{79E365E8-22BC-4EC2-9606-9A9AC6CD1D22}" dt="2025-11-20T10:30:30.786" v="1666"/>
          <ac:spMkLst>
            <pc:docMk/>
            <pc:sldMk cId="0" sldId="270"/>
            <ac:spMk id="8" creationId="{7155EBE3-11A1-6D05-3702-A8B72D0858A0}"/>
          </ac:spMkLst>
        </pc:spChg>
        <pc:spChg chg="add del mod">
          <ac:chgData name="Jean-Yves Vuillequez" userId="e7fac481abea6bd0" providerId="LiveId" clId="{79E365E8-22BC-4EC2-9606-9A9AC6CD1D22}" dt="2025-11-20T12:47:06.310" v="2795" actId="478"/>
          <ac:spMkLst>
            <pc:docMk/>
            <pc:sldMk cId="0" sldId="270"/>
            <ac:spMk id="9" creationId="{1BEA6E70-4C5E-A40C-DF58-A907FBCCF538}"/>
          </ac:spMkLst>
        </pc:spChg>
        <pc:spChg chg="add mod">
          <ac:chgData name="Jean-Yves Vuillequez" userId="e7fac481abea6bd0" providerId="LiveId" clId="{79E365E8-22BC-4EC2-9606-9A9AC6CD1D22}" dt="2025-11-20T12:56:32.124" v="2848" actId="1076"/>
          <ac:spMkLst>
            <pc:docMk/>
            <pc:sldMk cId="0" sldId="270"/>
            <ac:spMk id="11" creationId="{54F499A7-E85C-A18E-220A-597D1BD5296D}"/>
          </ac:spMkLst>
        </pc:spChg>
        <pc:spChg chg="add mod">
          <ac:chgData name="Jean-Yves Vuillequez" userId="e7fac481abea6bd0" providerId="LiveId" clId="{79E365E8-22BC-4EC2-9606-9A9AC6CD1D22}" dt="2025-11-20T12:56:32.124" v="2848" actId="1076"/>
          <ac:spMkLst>
            <pc:docMk/>
            <pc:sldMk cId="0" sldId="270"/>
            <ac:spMk id="12" creationId="{89323911-6E5E-E0F1-07ED-A6A7D389B824}"/>
          </ac:spMkLst>
        </pc:spChg>
        <pc:spChg chg="add del mod">
          <ac:chgData name="Jean-Yves Vuillequez" userId="e7fac481abea6bd0" providerId="LiveId" clId="{79E365E8-22BC-4EC2-9606-9A9AC6CD1D22}" dt="2025-11-20T12:57:06.749" v="2855" actId="478"/>
          <ac:spMkLst>
            <pc:docMk/>
            <pc:sldMk cId="0" sldId="270"/>
            <ac:spMk id="17" creationId="{74753835-66E1-D659-EDAB-7365C22BA1B3}"/>
          </ac:spMkLst>
        </pc:spChg>
        <pc:spChg chg="add mod">
          <ac:chgData name="Jean-Yves Vuillequez" userId="e7fac481abea6bd0" providerId="LiveId" clId="{79E365E8-22BC-4EC2-9606-9A9AC6CD1D22}" dt="2025-11-20T13:09:42.957" v="3014" actId="1035"/>
          <ac:spMkLst>
            <pc:docMk/>
            <pc:sldMk cId="0" sldId="270"/>
            <ac:spMk id="22" creationId="{5F91EB25-5676-9A78-8FB2-CA08F937A4E7}"/>
          </ac:spMkLst>
        </pc:spChg>
        <pc:spChg chg="add mod">
          <ac:chgData name="Jean-Yves Vuillequez" userId="e7fac481abea6bd0" providerId="LiveId" clId="{79E365E8-22BC-4EC2-9606-9A9AC6CD1D22}" dt="2025-11-20T13:09:42.957" v="3014" actId="1035"/>
          <ac:spMkLst>
            <pc:docMk/>
            <pc:sldMk cId="0" sldId="270"/>
            <ac:spMk id="27" creationId="{D1939A7E-40F5-B89A-35FB-D12584E40447}"/>
          </ac:spMkLst>
        </pc:spChg>
        <pc:spChg chg="add del mod">
          <ac:chgData name="Jean-Yves Vuillequez" userId="e7fac481abea6bd0" providerId="LiveId" clId="{79E365E8-22BC-4EC2-9606-9A9AC6CD1D22}" dt="2025-11-20T13:11:05.923" v="3052" actId="478"/>
          <ac:spMkLst>
            <pc:docMk/>
            <pc:sldMk cId="0" sldId="270"/>
            <ac:spMk id="28" creationId="{982B57C7-4FA5-C653-6718-8FD1165D4F96}"/>
          </ac:spMkLst>
        </pc:spChg>
        <pc:spChg chg="add mod">
          <ac:chgData name="Jean-Yves Vuillequez" userId="e7fac481abea6bd0" providerId="LiveId" clId="{79E365E8-22BC-4EC2-9606-9A9AC6CD1D22}" dt="2025-11-20T13:14:10.361" v="3104" actId="1076"/>
          <ac:spMkLst>
            <pc:docMk/>
            <pc:sldMk cId="0" sldId="270"/>
            <ac:spMk id="29" creationId="{AB5E3F7B-4D5B-A282-729D-54099846D04E}"/>
          </ac:spMkLst>
        </pc:spChg>
        <pc:spChg chg="add mod">
          <ac:chgData name="Jean-Yves Vuillequez" userId="e7fac481abea6bd0" providerId="LiveId" clId="{79E365E8-22BC-4EC2-9606-9A9AC6CD1D22}" dt="2025-11-20T13:14:10.361" v="3104" actId="1076"/>
          <ac:spMkLst>
            <pc:docMk/>
            <pc:sldMk cId="0" sldId="270"/>
            <ac:spMk id="32" creationId="{02F91474-2263-4339-0707-4E587447276F}"/>
          </ac:spMkLst>
        </pc:spChg>
        <pc:spChg chg="mod">
          <ac:chgData name="Jean-Yves Vuillequez" userId="e7fac481abea6bd0" providerId="LiveId" clId="{79E365E8-22BC-4EC2-9606-9A9AC6CD1D22}" dt="2025-11-20T08:33:42.341" v="349" actId="108"/>
          <ac:spMkLst>
            <pc:docMk/>
            <pc:sldMk cId="0" sldId="270"/>
            <ac:spMk id="178" creationId="{00000000-0000-0000-0000-000000000000}"/>
          </ac:spMkLst>
        </pc:spChg>
        <pc:spChg chg="add del">
          <ac:chgData name="Jean-Yves Vuillequez" userId="e7fac481abea6bd0" providerId="LiveId" clId="{79E365E8-22BC-4EC2-9606-9A9AC6CD1D22}" dt="2025-11-20T13:10:12.769" v="3022" actId="478"/>
          <ac:spMkLst>
            <pc:docMk/>
            <pc:sldMk cId="0" sldId="270"/>
            <ac:spMk id="180" creationId="{00000000-0000-0000-0000-000000000000}"/>
          </ac:spMkLst>
        </pc:spChg>
        <pc:spChg chg="del mod">
          <ac:chgData name="Jean-Yves Vuillequez" userId="e7fac481abea6bd0" providerId="LiveId" clId="{79E365E8-22BC-4EC2-9606-9A9AC6CD1D22}" dt="2025-11-20T10:05:20.515" v="647" actId="478"/>
          <ac:spMkLst>
            <pc:docMk/>
            <pc:sldMk cId="0" sldId="270"/>
            <ac:spMk id="181" creationId="{00000000-0000-0000-0000-000000000000}"/>
          </ac:spMkLst>
        </pc:spChg>
        <pc:spChg chg="del">
          <ac:chgData name="Jean-Yves Vuillequez" userId="e7fac481abea6bd0" providerId="LiveId" clId="{79E365E8-22BC-4EC2-9606-9A9AC6CD1D22}" dt="2025-11-19T11:00:46.457" v="81" actId="478"/>
          <ac:spMkLst>
            <pc:docMk/>
            <pc:sldMk cId="0" sldId="270"/>
            <ac:spMk id="182" creationId="{00000000-0000-0000-0000-000000000000}"/>
          </ac:spMkLst>
        </pc:spChg>
        <pc:picChg chg="add del">
          <ac:chgData name="Jean-Yves Vuillequez" userId="e7fac481abea6bd0" providerId="LiveId" clId="{79E365E8-22BC-4EC2-9606-9A9AC6CD1D22}" dt="2025-11-19T11:04:20.428" v="92" actId="22"/>
          <ac:picMkLst>
            <pc:docMk/>
            <pc:sldMk cId="0" sldId="270"/>
            <ac:picMk id="3" creationId="{385EAD59-F5EF-433F-E72D-66416F21249B}"/>
          </ac:picMkLst>
        </pc:picChg>
        <pc:picChg chg="add del mod">
          <ac:chgData name="Jean-Yves Vuillequez" userId="e7fac481abea6bd0" providerId="LiveId" clId="{79E365E8-22BC-4EC2-9606-9A9AC6CD1D22}" dt="2025-11-20T12:53:29.722" v="2837" actId="478"/>
          <ac:picMkLst>
            <pc:docMk/>
            <pc:sldMk cId="0" sldId="270"/>
            <ac:picMk id="10" creationId="{858477D3-C5B2-4CE9-8F1C-EDB6BD1C4472}"/>
          </ac:picMkLst>
        </pc:picChg>
        <pc:picChg chg="add del mod">
          <ac:chgData name="Jean-Yves Vuillequez" userId="e7fac481abea6bd0" providerId="LiveId" clId="{79E365E8-22BC-4EC2-9606-9A9AC6CD1D22}" dt="2025-11-20T13:02:18.998" v="2875" actId="478"/>
          <ac:picMkLst>
            <pc:docMk/>
            <pc:sldMk cId="0" sldId="270"/>
            <ac:picMk id="21" creationId="{7D798BBA-0FCC-2129-BF6C-06BCB804C5A6}"/>
          </ac:picMkLst>
        </pc:picChg>
        <pc:picChg chg="add mod modCrop">
          <ac:chgData name="Jean-Yves Vuillequez" userId="e7fac481abea6bd0" providerId="LiveId" clId="{79E365E8-22BC-4EC2-9606-9A9AC6CD1D22}" dt="2025-11-20T13:14:00.213" v="3103" actId="208"/>
          <ac:picMkLst>
            <pc:docMk/>
            <pc:sldMk cId="0" sldId="270"/>
            <ac:picMk id="24" creationId="{303DB536-0266-DA20-7307-FDFD2DD7F064}"/>
          </ac:picMkLst>
        </pc:picChg>
        <pc:picChg chg="add mod">
          <ac:chgData name="Jean-Yves Vuillequez" userId="e7fac481abea6bd0" providerId="LiveId" clId="{79E365E8-22BC-4EC2-9606-9A9AC6CD1D22}" dt="2025-11-20T13:13:59.285" v="3101" actId="108"/>
          <ac:picMkLst>
            <pc:docMk/>
            <pc:sldMk cId="0" sldId="270"/>
            <ac:picMk id="26" creationId="{82E18E6C-452B-91DA-6F62-9BAF1FA73FF6}"/>
          </ac:picMkLst>
        </pc:picChg>
        <pc:picChg chg="add mod ord modCrop">
          <ac:chgData name="Jean-Yves Vuillequez" userId="e7fac481abea6bd0" providerId="LiveId" clId="{79E365E8-22BC-4EC2-9606-9A9AC6CD1D22}" dt="2025-11-20T13:14:10.361" v="3104" actId="1076"/>
          <ac:picMkLst>
            <pc:docMk/>
            <pc:sldMk cId="0" sldId="270"/>
            <ac:picMk id="31" creationId="{6BD4617F-BC09-EF25-6D51-0C11F38E66E0}"/>
          </ac:picMkLst>
        </pc:picChg>
        <pc:picChg chg="add mod">
          <ac:chgData name="Jean-Yves Vuillequez" userId="e7fac481abea6bd0" providerId="LiveId" clId="{79E365E8-22BC-4EC2-9606-9A9AC6CD1D22}" dt="2025-11-20T13:14:10.361" v="3104" actId="1076"/>
          <ac:picMkLst>
            <pc:docMk/>
            <pc:sldMk cId="0" sldId="270"/>
            <ac:picMk id="34" creationId="{3415ED82-BAC3-4FDA-B013-D0CB9DF7A0EB}"/>
          </ac:picMkLst>
        </pc:picChg>
        <pc:cxnChg chg="add mod">
          <ac:chgData name="Jean-Yves Vuillequez" userId="e7fac481abea6bd0" providerId="LiveId" clId="{79E365E8-22BC-4EC2-9606-9A9AC6CD1D22}" dt="2025-11-20T12:57:50.765" v="2862" actId="1076"/>
          <ac:cxnSpMkLst>
            <pc:docMk/>
            <pc:sldMk cId="0" sldId="270"/>
            <ac:cxnSpMk id="13" creationId="{D6A6FE1A-72C1-055E-8B81-8233E403EFDF}"/>
          </ac:cxnSpMkLst>
        </pc:cxnChg>
        <pc:cxnChg chg="add mod">
          <ac:chgData name="Jean-Yves Vuillequez" userId="e7fac481abea6bd0" providerId="LiveId" clId="{79E365E8-22BC-4EC2-9606-9A9AC6CD1D22}" dt="2025-11-20T12:57:23.056" v="2858" actId="1076"/>
          <ac:cxnSpMkLst>
            <pc:docMk/>
            <pc:sldMk cId="0" sldId="270"/>
            <ac:cxnSpMk id="15" creationId="{E056DC62-8C9E-3FFB-6932-372DF4AF0062}"/>
          </ac:cxnSpMkLst>
        </pc:cxnChg>
      </pc:sldChg>
      <pc:sldChg chg="del">
        <pc:chgData name="Jean-Yves Vuillequez" userId="e7fac481abea6bd0" providerId="LiveId" clId="{79E365E8-22BC-4EC2-9606-9A9AC6CD1D22}" dt="2025-11-19T14:02:01.719" v="119" actId="47"/>
        <pc:sldMkLst>
          <pc:docMk/>
          <pc:sldMk cId="2182015625" sldId="272"/>
        </pc:sldMkLst>
      </pc:sldChg>
      <pc:sldChg chg="add del">
        <pc:chgData name="Jean-Yves Vuillequez" userId="e7fac481abea6bd0" providerId="LiveId" clId="{79E365E8-22BC-4EC2-9606-9A9AC6CD1D22}" dt="2025-11-19T14:02:17.709" v="121" actId="47"/>
        <pc:sldMkLst>
          <pc:docMk/>
          <pc:sldMk cId="1023234914" sldId="273"/>
        </pc:sldMkLst>
      </pc:sldChg>
      <pc:sldChg chg="modSp add del mod">
        <pc:chgData name="Jean-Yves Vuillequez" userId="e7fac481abea6bd0" providerId="LiveId" clId="{79E365E8-22BC-4EC2-9606-9A9AC6CD1D22}" dt="2025-11-19T14:03:57.617" v="139" actId="20577"/>
        <pc:sldMkLst>
          <pc:docMk/>
          <pc:sldMk cId="1558646683" sldId="273"/>
        </pc:sldMkLst>
        <pc:spChg chg="mod">
          <ac:chgData name="Jean-Yves Vuillequez" userId="e7fac481abea6bd0" providerId="LiveId" clId="{79E365E8-22BC-4EC2-9606-9A9AC6CD1D22}" dt="2025-11-19T14:03:57.617" v="139" actId="20577"/>
          <ac:spMkLst>
            <pc:docMk/>
            <pc:sldMk cId="1558646683" sldId="273"/>
            <ac:spMk id="62" creationId="{1465D56F-7913-AD4E-8248-AEC9AC3FBC16}"/>
          </ac:spMkLst>
        </pc:spChg>
      </pc:sldChg>
      <pc:sldChg chg="delSp modSp del mod delAnim">
        <pc:chgData name="Jean-Yves Vuillequez" userId="e7fac481abea6bd0" providerId="LiveId" clId="{79E365E8-22BC-4EC2-9606-9A9AC6CD1D22}" dt="2025-11-19T11:00:27.703" v="73" actId="2696"/>
        <pc:sldMkLst>
          <pc:docMk/>
          <pc:sldMk cId="76015710" sldId="274"/>
        </pc:sldMkLst>
        <pc:spChg chg="del">
          <ac:chgData name="Jean-Yves Vuillequez" userId="e7fac481abea6bd0" providerId="LiveId" clId="{79E365E8-22BC-4EC2-9606-9A9AC6CD1D22}" dt="2025-11-19T10:58:31.404" v="47" actId="478"/>
          <ac:spMkLst>
            <pc:docMk/>
            <pc:sldMk cId="76015710" sldId="274"/>
            <ac:spMk id="5" creationId="{88A106DF-7A83-DB85-D675-3B89338AAC0D}"/>
          </ac:spMkLst>
        </pc:spChg>
        <pc:spChg chg="del">
          <ac:chgData name="Jean-Yves Vuillequez" userId="e7fac481abea6bd0" providerId="LiveId" clId="{79E365E8-22BC-4EC2-9606-9A9AC6CD1D22}" dt="2025-11-19T10:58:36.593" v="49" actId="478"/>
          <ac:spMkLst>
            <pc:docMk/>
            <pc:sldMk cId="76015710" sldId="274"/>
            <ac:spMk id="9" creationId="{0EA1EBA7-5A55-2DB4-2AAA-7181ADF95728}"/>
          </ac:spMkLst>
        </pc:spChg>
        <pc:spChg chg="del">
          <ac:chgData name="Jean-Yves Vuillequez" userId="e7fac481abea6bd0" providerId="LiveId" clId="{79E365E8-22BC-4EC2-9606-9A9AC6CD1D22}" dt="2025-11-19T10:58:36.593" v="49" actId="478"/>
          <ac:spMkLst>
            <pc:docMk/>
            <pc:sldMk cId="76015710" sldId="274"/>
            <ac:spMk id="10" creationId="{A409361B-330D-D2A5-D967-903166D5DAE4}"/>
          </ac:spMkLst>
        </pc:spChg>
        <pc:spChg chg="del">
          <ac:chgData name="Jean-Yves Vuillequez" userId="e7fac481abea6bd0" providerId="LiveId" clId="{79E365E8-22BC-4EC2-9606-9A9AC6CD1D22}" dt="2025-11-19T10:58:36.593" v="49" actId="478"/>
          <ac:spMkLst>
            <pc:docMk/>
            <pc:sldMk cId="76015710" sldId="274"/>
            <ac:spMk id="11" creationId="{F0A9E65F-DDDA-6923-AE09-42C784AB054A}"/>
          </ac:spMkLst>
        </pc:spChg>
        <pc:spChg chg="del">
          <ac:chgData name="Jean-Yves Vuillequez" userId="e7fac481abea6bd0" providerId="LiveId" clId="{79E365E8-22BC-4EC2-9606-9A9AC6CD1D22}" dt="2025-11-19T10:58:31.404" v="47" actId="478"/>
          <ac:spMkLst>
            <pc:docMk/>
            <pc:sldMk cId="76015710" sldId="274"/>
            <ac:spMk id="15" creationId="{60EA83CE-862E-0716-7D4B-D10594298AFC}"/>
          </ac:spMkLst>
        </pc:spChg>
        <pc:spChg chg="del">
          <ac:chgData name="Jean-Yves Vuillequez" userId="e7fac481abea6bd0" providerId="LiveId" clId="{79E365E8-22BC-4EC2-9606-9A9AC6CD1D22}" dt="2025-11-19T10:58:31.404" v="47" actId="478"/>
          <ac:spMkLst>
            <pc:docMk/>
            <pc:sldMk cId="76015710" sldId="274"/>
            <ac:spMk id="17" creationId="{8304CF66-5C77-FB70-A0AB-14108326AAF8}"/>
          </ac:spMkLst>
        </pc:spChg>
        <pc:spChg chg="del">
          <ac:chgData name="Jean-Yves Vuillequez" userId="e7fac481abea6bd0" providerId="LiveId" clId="{79E365E8-22BC-4EC2-9606-9A9AC6CD1D22}" dt="2025-11-19T10:58:31.404" v="47" actId="478"/>
          <ac:spMkLst>
            <pc:docMk/>
            <pc:sldMk cId="76015710" sldId="274"/>
            <ac:spMk id="30" creationId="{4E85C3F7-9A4B-4403-40BA-E16E7B8AA378}"/>
          </ac:spMkLst>
        </pc:spChg>
        <pc:spChg chg="del">
          <ac:chgData name="Jean-Yves Vuillequez" userId="e7fac481abea6bd0" providerId="LiveId" clId="{79E365E8-22BC-4EC2-9606-9A9AC6CD1D22}" dt="2025-11-19T10:58:31.404" v="47" actId="478"/>
          <ac:spMkLst>
            <pc:docMk/>
            <pc:sldMk cId="76015710" sldId="274"/>
            <ac:spMk id="31" creationId="{D4DF20D5-B823-CD4C-6253-AA52E542825B}"/>
          </ac:spMkLst>
        </pc:spChg>
        <pc:spChg chg="del">
          <ac:chgData name="Jean-Yves Vuillequez" userId="e7fac481abea6bd0" providerId="LiveId" clId="{79E365E8-22BC-4EC2-9606-9A9AC6CD1D22}" dt="2025-11-19T10:58:31.404" v="47" actId="478"/>
          <ac:spMkLst>
            <pc:docMk/>
            <pc:sldMk cId="76015710" sldId="274"/>
            <ac:spMk id="38" creationId="{BB03DB3F-AABC-78B6-177C-8257943D252C}"/>
          </ac:spMkLst>
        </pc:spChg>
        <pc:spChg chg="del">
          <ac:chgData name="Jean-Yves Vuillequez" userId="e7fac481abea6bd0" providerId="LiveId" clId="{79E365E8-22BC-4EC2-9606-9A9AC6CD1D22}" dt="2025-11-19T10:58:31.404" v="47" actId="478"/>
          <ac:spMkLst>
            <pc:docMk/>
            <pc:sldMk cId="76015710" sldId="274"/>
            <ac:spMk id="46" creationId="{322DB39E-A9B2-B285-9879-968293AD4F66}"/>
          </ac:spMkLst>
        </pc:spChg>
        <pc:spChg chg="del">
          <ac:chgData name="Jean-Yves Vuillequez" userId="e7fac481abea6bd0" providerId="LiveId" clId="{79E365E8-22BC-4EC2-9606-9A9AC6CD1D22}" dt="2025-11-19T10:58:31.404" v="47" actId="478"/>
          <ac:spMkLst>
            <pc:docMk/>
            <pc:sldMk cId="76015710" sldId="274"/>
            <ac:spMk id="51" creationId="{0CF2B953-3A17-D1D1-0C1F-3CC46B1E9440}"/>
          </ac:spMkLst>
        </pc:spChg>
        <pc:spChg chg="del">
          <ac:chgData name="Jean-Yves Vuillequez" userId="e7fac481abea6bd0" providerId="LiveId" clId="{79E365E8-22BC-4EC2-9606-9A9AC6CD1D22}" dt="2025-11-19T10:58:31.404" v="47" actId="478"/>
          <ac:spMkLst>
            <pc:docMk/>
            <pc:sldMk cId="76015710" sldId="274"/>
            <ac:spMk id="54" creationId="{B4290750-3B48-DB32-F34D-A5ED50FB2781}"/>
          </ac:spMkLst>
        </pc:spChg>
        <pc:spChg chg="del">
          <ac:chgData name="Jean-Yves Vuillequez" userId="e7fac481abea6bd0" providerId="LiveId" clId="{79E365E8-22BC-4EC2-9606-9A9AC6CD1D22}" dt="2025-11-19T10:58:33.360" v="48" actId="478"/>
          <ac:spMkLst>
            <pc:docMk/>
            <pc:sldMk cId="76015710" sldId="274"/>
            <ac:spMk id="55" creationId="{0E6AC91E-885F-D28E-5599-E7B82E562698}"/>
          </ac:spMkLst>
        </pc:spChg>
        <pc:spChg chg="del">
          <ac:chgData name="Jean-Yves Vuillequez" userId="e7fac481abea6bd0" providerId="LiveId" clId="{79E365E8-22BC-4EC2-9606-9A9AC6CD1D22}" dt="2025-11-19T10:58:31.404" v="47" actId="478"/>
          <ac:spMkLst>
            <pc:docMk/>
            <pc:sldMk cId="76015710" sldId="274"/>
            <ac:spMk id="64" creationId="{AB510ECB-2555-D6DB-1542-96D0D3B9EEC4}"/>
          </ac:spMkLst>
        </pc:spChg>
      </pc:sldChg>
      <pc:sldChg chg="addSp delSp modSp add mod ord delAnim modAnim modNotesTx">
        <pc:chgData name="Jean-Yves Vuillequez" userId="e7fac481abea6bd0" providerId="LiveId" clId="{79E365E8-22BC-4EC2-9606-9A9AC6CD1D22}" dt="2025-11-20T15:36:32.279" v="4052" actId="20577"/>
        <pc:sldMkLst>
          <pc:docMk/>
          <pc:sldMk cId="1821755839" sldId="274"/>
        </pc:sldMkLst>
        <pc:spChg chg="add mod">
          <ac:chgData name="Jean-Yves Vuillequez" userId="e7fac481abea6bd0" providerId="LiveId" clId="{79E365E8-22BC-4EC2-9606-9A9AC6CD1D22}" dt="2025-11-20T12:02:50.125" v="2760" actId="403"/>
          <ac:spMkLst>
            <pc:docMk/>
            <pc:sldMk cId="1821755839" sldId="274"/>
            <ac:spMk id="2" creationId="{F584810C-5501-210A-FC09-7E76BEE6CF2D}"/>
          </ac:spMkLst>
        </pc:spChg>
        <pc:spChg chg="add del mod">
          <ac:chgData name="Jean-Yves Vuillequez" userId="e7fac481abea6bd0" providerId="LiveId" clId="{79E365E8-22BC-4EC2-9606-9A9AC6CD1D22}" dt="2025-11-20T08:51:30.090" v="451" actId="478"/>
          <ac:spMkLst>
            <pc:docMk/>
            <pc:sldMk cId="1821755839" sldId="274"/>
            <ac:spMk id="4" creationId="{CBCFB9A3-164B-59E0-23FF-58CBDB2217D5}"/>
          </ac:spMkLst>
        </pc:spChg>
        <pc:spChg chg="add del">
          <ac:chgData name="Jean-Yves Vuillequez" userId="e7fac481abea6bd0" providerId="LiveId" clId="{79E365E8-22BC-4EC2-9606-9A9AC6CD1D22}" dt="2025-11-19T15:21:25.434" v="149" actId="22"/>
          <ac:spMkLst>
            <pc:docMk/>
            <pc:sldMk cId="1821755839" sldId="274"/>
            <ac:spMk id="5" creationId="{42ECEDB8-E4FE-DAD1-959E-CE1C852FF3B7}"/>
          </ac:spMkLst>
        </pc:spChg>
        <pc:spChg chg="add del mod">
          <ac:chgData name="Jean-Yves Vuillequez" userId="e7fac481abea6bd0" providerId="LiveId" clId="{79E365E8-22BC-4EC2-9606-9A9AC6CD1D22}" dt="2025-11-20T08:51:30.090" v="451" actId="478"/>
          <ac:spMkLst>
            <pc:docMk/>
            <pc:sldMk cId="1821755839" sldId="274"/>
            <ac:spMk id="5" creationId="{B0151B2E-5DD5-EFB0-A133-31629F32A90E}"/>
          </ac:spMkLst>
        </pc:spChg>
        <pc:spChg chg="add del mod">
          <ac:chgData name="Jean-Yves Vuillequez" userId="e7fac481abea6bd0" providerId="LiveId" clId="{79E365E8-22BC-4EC2-9606-9A9AC6CD1D22}" dt="2025-11-20T08:51:30.090" v="451" actId="478"/>
          <ac:spMkLst>
            <pc:docMk/>
            <pc:sldMk cId="1821755839" sldId="274"/>
            <ac:spMk id="6" creationId="{26E0203E-DA04-332A-75B9-CA2255A69CD4}"/>
          </ac:spMkLst>
        </pc:spChg>
        <pc:spChg chg="add del mod">
          <ac:chgData name="Jean-Yves Vuillequez" userId="e7fac481abea6bd0" providerId="LiveId" clId="{79E365E8-22BC-4EC2-9606-9A9AC6CD1D22}" dt="2025-11-20T08:38:09.094" v="365" actId="478"/>
          <ac:spMkLst>
            <pc:docMk/>
            <pc:sldMk cId="1821755839" sldId="274"/>
            <ac:spMk id="7" creationId="{67A62F17-EB69-4DE3-2CF4-7B669263DC3D}"/>
          </ac:spMkLst>
        </pc:spChg>
        <pc:spChg chg="add del">
          <ac:chgData name="Jean-Yves Vuillequez" userId="e7fac481abea6bd0" providerId="LiveId" clId="{79E365E8-22BC-4EC2-9606-9A9AC6CD1D22}" dt="2025-11-19T15:25:59.512" v="172" actId="22"/>
          <ac:spMkLst>
            <pc:docMk/>
            <pc:sldMk cId="1821755839" sldId="274"/>
            <ac:spMk id="7" creationId="{A1088045-42F5-FD97-ED83-6AEF73316F36}"/>
          </ac:spMkLst>
        </pc:spChg>
        <pc:spChg chg="mod">
          <ac:chgData name="Jean-Yves Vuillequez" userId="e7fac481abea6bd0" providerId="LiveId" clId="{79E365E8-22BC-4EC2-9606-9A9AC6CD1D22}" dt="2025-11-20T08:33:18.924" v="343"/>
          <ac:spMkLst>
            <pc:docMk/>
            <pc:sldMk cId="1821755839" sldId="274"/>
            <ac:spMk id="9" creationId="{7CF89CA7-8084-322B-0AD8-B63AD2B345E1}"/>
          </ac:spMkLst>
        </pc:spChg>
        <pc:spChg chg="add del">
          <ac:chgData name="Jean-Yves Vuillequez" userId="e7fac481abea6bd0" providerId="LiveId" clId="{79E365E8-22BC-4EC2-9606-9A9AC6CD1D22}" dt="2025-11-19T15:31:05.378" v="184" actId="22"/>
          <ac:spMkLst>
            <pc:docMk/>
            <pc:sldMk cId="1821755839" sldId="274"/>
            <ac:spMk id="9" creationId="{C85936DC-7A36-C7FD-89BC-2AF218A582C2}"/>
          </ac:spMkLst>
        </pc:spChg>
        <pc:spChg chg="mod">
          <ac:chgData name="Jean-Yves Vuillequez" userId="e7fac481abea6bd0" providerId="LiveId" clId="{79E365E8-22BC-4EC2-9606-9A9AC6CD1D22}" dt="2025-11-20T08:33:18.924" v="343"/>
          <ac:spMkLst>
            <pc:docMk/>
            <pc:sldMk cId="1821755839" sldId="274"/>
            <ac:spMk id="10" creationId="{0D00AC46-0B58-199D-CA2C-03DB3DC30259}"/>
          </ac:spMkLst>
        </pc:spChg>
        <pc:spChg chg="mod">
          <ac:chgData name="Jean-Yves Vuillequez" userId="e7fac481abea6bd0" providerId="LiveId" clId="{79E365E8-22BC-4EC2-9606-9A9AC6CD1D22}" dt="2025-11-20T08:37:56.666" v="361" actId="571"/>
          <ac:spMkLst>
            <pc:docMk/>
            <pc:sldMk cId="1821755839" sldId="274"/>
            <ac:spMk id="12" creationId="{0963EADB-748B-D0E7-5BF3-6EA168822480}"/>
          </ac:spMkLst>
        </pc:spChg>
        <pc:spChg chg="mod">
          <ac:chgData name="Jean-Yves Vuillequez" userId="e7fac481abea6bd0" providerId="LiveId" clId="{79E365E8-22BC-4EC2-9606-9A9AC6CD1D22}" dt="2025-11-20T08:37:56.666" v="361" actId="571"/>
          <ac:spMkLst>
            <pc:docMk/>
            <pc:sldMk cId="1821755839" sldId="274"/>
            <ac:spMk id="13" creationId="{E4E5A3DF-3C63-24CF-7B7B-328A2AD44B57}"/>
          </ac:spMkLst>
        </pc:spChg>
        <pc:spChg chg="mod">
          <ac:chgData name="Jean-Yves Vuillequez" userId="e7fac481abea6bd0" providerId="LiveId" clId="{79E365E8-22BC-4EC2-9606-9A9AC6CD1D22}" dt="2025-11-20T08:37:59.021" v="362" actId="571"/>
          <ac:spMkLst>
            <pc:docMk/>
            <pc:sldMk cId="1821755839" sldId="274"/>
            <ac:spMk id="15" creationId="{ACAD37B6-EF93-C275-C6AA-A8A46E685AC9}"/>
          </ac:spMkLst>
        </pc:spChg>
        <pc:spChg chg="mod">
          <ac:chgData name="Jean-Yves Vuillequez" userId="e7fac481abea6bd0" providerId="LiveId" clId="{79E365E8-22BC-4EC2-9606-9A9AC6CD1D22}" dt="2025-11-20T08:37:59.021" v="362" actId="571"/>
          <ac:spMkLst>
            <pc:docMk/>
            <pc:sldMk cId="1821755839" sldId="274"/>
            <ac:spMk id="16" creationId="{8ECB2D9A-ED98-FE7D-DED3-4DF3A449AE8B}"/>
          </ac:spMkLst>
        </pc:spChg>
        <pc:spChg chg="add mod">
          <ac:chgData name="Jean-Yves Vuillequez" userId="e7fac481abea6bd0" providerId="LiveId" clId="{79E365E8-22BC-4EC2-9606-9A9AC6CD1D22}" dt="2025-11-20T08:40:34.024" v="383" actId="571"/>
          <ac:spMkLst>
            <pc:docMk/>
            <pc:sldMk cId="1821755839" sldId="274"/>
            <ac:spMk id="17" creationId="{1EA46F47-0519-8E57-BAA8-62FE94F8E54F}"/>
          </ac:spMkLst>
        </pc:spChg>
        <pc:spChg chg="add mod ord">
          <ac:chgData name="Jean-Yves Vuillequez" userId="e7fac481abea6bd0" providerId="LiveId" clId="{79E365E8-22BC-4EC2-9606-9A9AC6CD1D22}" dt="2025-11-20T12:02:50.125" v="2760" actId="403"/>
          <ac:spMkLst>
            <pc:docMk/>
            <pc:sldMk cId="1821755839" sldId="274"/>
            <ac:spMk id="18" creationId="{44D928FD-3F68-ECAE-DF01-69E25D43D94B}"/>
          </ac:spMkLst>
        </pc:spChg>
        <pc:spChg chg="mod">
          <ac:chgData name="Jean-Yves Vuillequez" userId="e7fac481abea6bd0" providerId="LiveId" clId="{79E365E8-22BC-4EC2-9606-9A9AC6CD1D22}" dt="2025-11-20T11:57:23.294" v="2668" actId="1076"/>
          <ac:spMkLst>
            <pc:docMk/>
            <pc:sldMk cId="1821755839" sldId="274"/>
            <ac:spMk id="20" creationId="{6DDE20E4-CB2E-04FF-2DA9-1E1738D5C9E4}"/>
          </ac:spMkLst>
        </pc:spChg>
        <pc:spChg chg="mod">
          <ac:chgData name="Jean-Yves Vuillequez" userId="e7fac481abea6bd0" providerId="LiveId" clId="{79E365E8-22BC-4EC2-9606-9A9AC6CD1D22}" dt="2025-11-20T08:40:37.873" v="384" actId="571"/>
          <ac:spMkLst>
            <pc:docMk/>
            <pc:sldMk cId="1821755839" sldId="274"/>
            <ac:spMk id="21" creationId="{85EC5690-6283-B244-7760-CCEF398604E4}"/>
          </ac:spMkLst>
        </pc:spChg>
        <pc:spChg chg="add mod ord">
          <ac:chgData name="Jean-Yves Vuillequez" userId="e7fac481abea6bd0" providerId="LiveId" clId="{79E365E8-22BC-4EC2-9606-9A9AC6CD1D22}" dt="2025-11-20T12:02:50.125" v="2760" actId="403"/>
          <ac:spMkLst>
            <pc:docMk/>
            <pc:sldMk cId="1821755839" sldId="274"/>
            <ac:spMk id="22" creationId="{55F95513-FB46-9FE4-91D4-34DF9BFEC6C4}"/>
          </ac:spMkLst>
        </pc:spChg>
        <pc:spChg chg="mod">
          <ac:chgData name="Jean-Yves Vuillequez" userId="e7fac481abea6bd0" providerId="LiveId" clId="{79E365E8-22BC-4EC2-9606-9A9AC6CD1D22}" dt="2025-11-20T08:41:11.131" v="394" actId="571"/>
          <ac:spMkLst>
            <pc:docMk/>
            <pc:sldMk cId="1821755839" sldId="274"/>
            <ac:spMk id="24" creationId="{7E04026A-4B4B-8456-8D1B-0738F4E374CD}"/>
          </ac:spMkLst>
        </pc:spChg>
        <pc:spChg chg="mod">
          <ac:chgData name="Jean-Yves Vuillequez" userId="e7fac481abea6bd0" providerId="LiveId" clId="{79E365E8-22BC-4EC2-9606-9A9AC6CD1D22}" dt="2025-11-20T11:57:23.294" v="2668" actId="1076"/>
          <ac:spMkLst>
            <pc:docMk/>
            <pc:sldMk cId="1821755839" sldId="274"/>
            <ac:spMk id="25" creationId="{D3C0BCCC-11D1-700F-BAD0-6BB53604F9B7}"/>
          </ac:spMkLst>
        </pc:spChg>
        <pc:spChg chg="add mod ord">
          <ac:chgData name="Jean-Yves Vuillequez" userId="e7fac481abea6bd0" providerId="LiveId" clId="{79E365E8-22BC-4EC2-9606-9A9AC6CD1D22}" dt="2025-11-20T12:02:50.125" v="2760" actId="403"/>
          <ac:spMkLst>
            <pc:docMk/>
            <pc:sldMk cId="1821755839" sldId="274"/>
            <ac:spMk id="26" creationId="{CCAE5A27-B2A2-0280-F66C-5CDBE7E24E20}"/>
          </ac:spMkLst>
        </pc:spChg>
        <pc:spChg chg="add mod">
          <ac:chgData name="Jean-Yves Vuillequez" userId="e7fac481abea6bd0" providerId="LiveId" clId="{79E365E8-22BC-4EC2-9606-9A9AC6CD1D22}" dt="2025-11-20T11:57:23.294" v="2668" actId="1076"/>
          <ac:spMkLst>
            <pc:docMk/>
            <pc:sldMk cId="1821755839" sldId="274"/>
            <ac:spMk id="44" creationId="{682088E1-064C-5214-7A97-A059E4869B55}"/>
          </ac:spMkLst>
        </pc:spChg>
        <pc:spChg chg="add mod">
          <ac:chgData name="Jean-Yves Vuillequez" userId="e7fac481abea6bd0" providerId="LiveId" clId="{79E365E8-22BC-4EC2-9606-9A9AC6CD1D22}" dt="2025-11-20T10:41:01.094" v="1794" actId="767"/>
          <ac:spMkLst>
            <pc:docMk/>
            <pc:sldMk cId="1821755839" sldId="274"/>
            <ac:spMk id="45" creationId="{77C8CBAA-AFDC-35B0-563B-DE2302D11CCA}"/>
          </ac:spMkLst>
        </pc:spChg>
        <pc:spChg chg="add mod ord">
          <ac:chgData name="Jean-Yves Vuillequez" userId="e7fac481abea6bd0" providerId="LiveId" clId="{79E365E8-22BC-4EC2-9606-9A9AC6CD1D22}" dt="2025-11-20T12:03:03.618" v="2778" actId="1035"/>
          <ac:spMkLst>
            <pc:docMk/>
            <pc:sldMk cId="1821755839" sldId="274"/>
            <ac:spMk id="46" creationId="{E433E364-4228-6856-536E-34873F6A6DC3}"/>
          </ac:spMkLst>
        </pc:spChg>
        <pc:spChg chg="add mod">
          <ac:chgData name="Jean-Yves Vuillequez" userId="e7fac481abea6bd0" providerId="LiveId" clId="{79E365E8-22BC-4EC2-9606-9A9AC6CD1D22}" dt="2025-11-20T12:00:21.431" v="2709" actId="14100"/>
          <ac:spMkLst>
            <pc:docMk/>
            <pc:sldMk cId="1821755839" sldId="274"/>
            <ac:spMk id="47" creationId="{481D51B6-7D43-7926-6891-407782B836DE}"/>
          </ac:spMkLst>
        </pc:spChg>
        <pc:spChg chg="add mod">
          <ac:chgData name="Jean-Yves Vuillequez" userId="e7fac481abea6bd0" providerId="LiveId" clId="{79E365E8-22BC-4EC2-9606-9A9AC6CD1D22}" dt="2025-11-20T12:03:38.326" v="2781" actId="1076"/>
          <ac:spMkLst>
            <pc:docMk/>
            <pc:sldMk cId="1821755839" sldId="274"/>
            <ac:spMk id="48" creationId="{FE31E2F0-6B8A-B0EE-9044-0597F28AE28A}"/>
          </ac:spMkLst>
        </pc:spChg>
        <pc:spChg chg="add mod">
          <ac:chgData name="Jean-Yves Vuillequez" userId="e7fac481abea6bd0" providerId="LiveId" clId="{79E365E8-22BC-4EC2-9606-9A9AC6CD1D22}" dt="2025-11-20T12:05:49.967" v="2793" actId="1076"/>
          <ac:spMkLst>
            <pc:docMk/>
            <pc:sldMk cId="1821755839" sldId="274"/>
            <ac:spMk id="49" creationId="{8486A803-5325-E4EE-E6D1-9C2310E9372C}"/>
          </ac:spMkLst>
        </pc:spChg>
        <pc:spChg chg="add mod">
          <ac:chgData name="Jean-Yves Vuillequez" userId="e7fac481abea6bd0" providerId="LiveId" clId="{79E365E8-22BC-4EC2-9606-9A9AC6CD1D22}" dt="2025-11-20T12:05:49.967" v="2793" actId="1076"/>
          <ac:spMkLst>
            <pc:docMk/>
            <pc:sldMk cId="1821755839" sldId="274"/>
            <ac:spMk id="50" creationId="{D45817E9-F26B-F5AC-E969-2DB4F41AE334}"/>
          </ac:spMkLst>
        </pc:spChg>
        <pc:spChg chg="add mod">
          <ac:chgData name="Jean-Yves Vuillequez" userId="e7fac481abea6bd0" providerId="LiveId" clId="{79E365E8-22BC-4EC2-9606-9A9AC6CD1D22}" dt="2025-11-20T11:57:23.294" v="2668" actId="1076"/>
          <ac:spMkLst>
            <pc:docMk/>
            <pc:sldMk cId="1821755839" sldId="274"/>
            <ac:spMk id="52" creationId="{7A45A31B-42CC-CB8B-442E-3576FB243381}"/>
          </ac:spMkLst>
        </pc:spChg>
        <pc:spChg chg="add mod">
          <ac:chgData name="Jean-Yves Vuillequez" userId="e7fac481abea6bd0" providerId="LiveId" clId="{79E365E8-22BC-4EC2-9606-9A9AC6CD1D22}" dt="2025-11-20T15:36:09.231" v="4051" actId="1037"/>
          <ac:spMkLst>
            <pc:docMk/>
            <pc:sldMk cId="1821755839" sldId="274"/>
            <ac:spMk id="53" creationId="{CF1F8123-FC2A-EF28-8139-FC1D62216C5F}"/>
          </ac:spMkLst>
        </pc:spChg>
        <pc:spChg chg="add mod">
          <ac:chgData name="Jean-Yves Vuillequez" userId="e7fac481abea6bd0" providerId="LiveId" clId="{79E365E8-22BC-4EC2-9606-9A9AC6CD1D22}" dt="2025-11-20T12:02:04.482" v="2735" actId="1076"/>
          <ac:spMkLst>
            <pc:docMk/>
            <pc:sldMk cId="1821755839" sldId="274"/>
            <ac:spMk id="54" creationId="{3E4E5C19-19D1-7DB3-6126-771BB460CA7E}"/>
          </ac:spMkLst>
        </pc:spChg>
        <pc:spChg chg="add mod">
          <ac:chgData name="Jean-Yves Vuillequez" userId="e7fac481abea6bd0" providerId="LiveId" clId="{79E365E8-22BC-4EC2-9606-9A9AC6CD1D22}" dt="2025-11-20T12:02:04.482" v="2735" actId="1076"/>
          <ac:spMkLst>
            <pc:docMk/>
            <pc:sldMk cId="1821755839" sldId="274"/>
            <ac:spMk id="55" creationId="{C4EB1607-BC4B-15A3-0324-3D29B9154D63}"/>
          </ac:spMkLst>
        </pc:spChg>
        <pc:spChg chg="add mod">
          <ac:chgData name="Jean-Yves Vuillequez" userId="e7fac481abea6bd0" providerId="LiveId" clId="{79E365E8-22BC-4EC2-9606-9A9AC6CD1D22}" dt="2025-11-20T12:02:04.482" v="2735" actId="1076"/>
          <ac:spMkLst>
            <pc:docMk/>
            <pc:sldMk cId="1821755839" sldId="274"/>
            <ac:spMk id="56" creationId="{34BB09D2-59B3-0F52-1024-4F32B01B2F53}"/>
          </ac:spMkLst>
        </pc:spChg>
        <pc:spChg chg="add mod">
          <ac:chgData name="Jean-Yves Vuillequez" userId="e7fac481abea6bd0" providerId="LiveId" clId="{79E365E8-22BC-4EC2-9606-9A9AC6CD1D22}" dt="2025-11-20T15:36:32.279" v="4052" actId="20577"/>
          <ac:spMkLst>
            <pc:docMk/>
            <pc:sldMk cId="1821755839" sldId="274"/>
            <ac:spMk id="57" creationId="{685F5B80-27B1-45A6-3DF8-0CF7271056CC}"/>
          </ac:spMkLst>
        </pc:spChg>
        <pc:spChg chg="add mod">
          <ac:chgData name="Jean-Yves Vuillequez" userId="e7fac481abea6bd0" providerId="LiveId" clId="{79E365E8-22BC-4EC2-9606-9A9AC6CD1D22}" dt="2025-11-20T12:03:03.618" v="2778" actId="1035"/>
          <ac:spMkLst>
            <pc:docMk/>
            <pc:sldMk cId="1821755839" sldId="274"/>
            <ac:spMk id="58" creationId="{42C67AD7-C645-5367-3E47-6D6A996C5FE8}"/>
          </ac:spMkLst>
        </pc:spChg>
        <pc:spChg chg="add del mod">
          <ac:chgData name="Jean-Yves Vuillequez" userId="e7fac481abea6bd0" providerId="LiveId" clId="{79E365E8-22BC-4EC2-9606-9A9AC6CD1D22}" dt="2025-11-20T11:13:26.956" v="2146" actId="478"/>
          <ac:spMkLst>
            <pc:docMk/>
            <pc:sldMk cId="1821755839" sldId="274"/>
            <ac:spMk id="59" creationId="{A71C0264-9568-3B10-80E9-BB4CC27D44A7}"/>
          </ac:spMkLst>
        </pc:spChg>
        <pc:spChg chg="add del mod">
          <ac:chgData name="Jean-Yves Vuillequez" userId="e7fac481abea6bd0" providerId="LiveId" clId="{79E365E8-22BC-4EC2-9606-9A9AC6CD1D22}" dt="2025-11-20T11:13:26.956" v="2146" actId="478"/>
          <ac:spMkLst>
            <pc:docMk/>
            <pc:sldMk cId="1821755839" sldId="274"/>
            <ac:spMk id="60" creationId="{F5E45CE2-9974-9A72-4F4A-D34C2A56EC66}"/>
          </ac:spMkLst>
        </pc:spChg>
        <pc:spChg chg="add mod">
          <ac:chgData name="Jean-Yves Vuillequez" userId="e7fac481abea6bd0" providerId="LiveId" clId="{79E365E8-22BC-4EC2-9606-9A9AC6CD1D22}" dt="2025-11-20T11:13:42.590" v="2151" actId="571"/>
          <ac:spMkLst>
            <pc:docMk/>
            <pc:sldMk cId="1821755839" sldId="274"/>
            <ac:spMk id="62" creationId="{25239851-DAB7-EC44-907B-FBAB11582572}"/>
          </ac:spMkLst>
        </pc:spChg>
        <pc:spChg chg="add mod">
          <ac:chgData name="Jean-Yves Vuillequez" userId="e7fac481abea6bd0" providerId="LiveId" clId="{79E365E8-22BC-4EC2-9606-9A9AC6CD1D22}" dt="2025-11-20T11:13:42.334" v="2150" actId="571"/>
          <ac:spMkLst>
            <pc:docMk/>
            <pc:sldMk cId="1821755839" sldId="274"/>
            <ac:spMk id="64" creationId="{272DACD5-9A17-6717-1FA4-D367D3083FF4}"/>
          </ac:spMkLst>
        </pc:spChg>
        <pc:spChg chg="add mod">
          <ac:chgData name="Jean-Yves Vuillequez" userId="e7fac481abea6bd0" providerId="LiveId" clId="{79E365E8-22BC-4EC2-9606-9A9AC6CD1D22}" dt="2025-11-20T12:03:03.618" v="2778" actId="1035"/>
          <ac:spMkLst>
            <pc:docMk/>
            <pc:sldMk cId="1821755839" sldId="274"/>
            <ac:spMk id="67" creationId="{77C37EC6-CDFA-6EF5-9731-EDD14211D90B}"/>
          </ac:spMkLst>
        </pc:spChg>
        <pc:spChg chg="add mod">
          <ac:chgData name="Jean-Yves Vuillequez" userId="e7fac481abea6bd0" providerId="LiveId" clId="{79E365E8-22BC-4EC2-9606-9A9AC6CD1D22}" dt="2025-11-20T12:03:03.618" v="2778" actId="1035"/>
          <ac:spMkLst>
            <pc:docMk/>
            <pc:sldMk cId="1821755839" sldId="274"/>
            <ac:spMk id="70" creationId="{78E1D7E3-9E06-E6A5-253E-A6CE2A2F1050}"/>
          </ac:spMkLst>
        </pc:spChg>
        <pc:spChg chg="add mod">
          <ac:chgData name="Jean-Yves Vuillequez" userId="e7fac481abea6bd0" providerId="LiveId" clId="{79E365E8-22BC-4EC2-9606-9A9AC6CD1D22}" dt="2025-11-20T11:55:01.506" v="2622" actId="14100"/>
          <ac:spMkLst>
            <pc:docMk/>
            <pc:sldMk cId="1821755839" sldId="274"/>
            <ac:spMk id="71" creationId="{E74B2057-34BC-1980-9671-44A128491597}"/>
          </ac:spMkLst>
        </pc:spChg>
        <pc:spChg chg="add mod">
          <ac:chgData name="Jean-Yves Vuillequez" userId="e7fac481abea6bd0" providerId="LiveId" clId="{79E365E8-22BC-4EC2-9606-9A9AC6CD1D22}" dt="2025-11-20T12:03:03.618" v="2778" actId="1035"/>
          <ac:spMkLst>
            <pc:docMk/>
            <pc:sldMk cId="1821755839" sldId="274"/>
            <ac:spMk id="73" creationId="{33C41871-317D-BA64-26E2-EBEE7A51AE73}"/>
          </ac:spMkLst>
        </pc:spChg>
        <pc:spChg chg="add mod">
          <ac:chgData name="Jean-Yves Vuillequez" userId="e7fac481abea6bd0" providerId="LiveId" clId="{79E365E8-22BC-4EC2-9606-9A9AC6CD1D22}" dt="2025-11-20T11:19:33.767" v="2234" actId="571"/>
          <ac:spMkLst>
            <pc:docMk/>
            <pc:sldMk cId="1821755839" sldId="274"/>
            <ac:spMk id="78" creationId="{F9DB8C53-77E9-0E4C-3E10-D82A96B2374C}"/>
          </ac:spMkLst>
        </pc:spChg>
        <pc:spChg chg="add mod">
          <ac:chgData name="Jean-Yves Vuillequez" userId="e7fac481abea6bd0" providerId="LiveId" clId="{79E365E8-22BC-4EC2-9606-9A9AC6CD1D22}" dt="2025-11-20T11:19:33.767" v="2234" actId="571"/>
          <ac:spMkLst>
            <pc:docMk/>
            <pc:sldMk cId="1821755839" sldId="274"/>
            <ac:spMk id="80" creationId="{4AEF642B-047A-466B-0C38-0E7FB8F94B27}"/>
          </ac:spMkLst>
        </pc:spChg>
        <pc:spChg chg="add mod">
          <ac:chgData name="Jean-Yves Vuillequez" userId="e7fac481abea6bd0" providerId="LiveId" clId="{79E365E8-22BC-4EC2-9606-9A9AC6CD1D22}" dt="2025-11-20T11:19:33.767" v="2234" actId="571"/>
          <ac:spMkLst>
            <pc:docMk/>
            <pc:sldMk cId="1821755839" sldId="274"/>
            <ac:spMk id="82" creationId="{8281DB0F-F9EB-C85E-E8CD-390770EDDFDB}"/>
          </ac:spMkLst>
        </pc:spChg>
        <pc:spChg chg="add mod">
          <ac:chgData name="Jean-Yves Vuillequez" userId="e7fac481abea6bd0" providerId="LiveId" clId="{79E365E8-22BC-4EC2-9606-9A9AC6CD1D22}" dt="2025-11-20T11:19:33.767" v="2234" actId="571"/>
          <ac:spMkLst>
            <pc:docMk/>
            <pc:sldMk cId="1821755839" sldId="274"/>
            <ac:spMk id="83" creationId="{388DE769-4A11-8C26-5CE9-5ED11841B676}"/>
          </ac:spMkLst>
        </pc:spChg>
        <pc:spChg chg="mod">
          <ac:chgData name="Jean-Yves Vuillequez" userId="e7fac481abea6bd0" providerId="LiveId" clId="{79E365E8-22BC-4EC2-9606-9A9AC6CD1D22}" dt="2025-11-20T08:33:39.048" v="348" actId="108"/>
          <ac:spMkLst>
            <pc:docMk/>
            <pc:sldMk cId="1821755839" sldId="274"/>
            <ac:spMk id="96" creationId="{E0E7B8E7-F933-D99A-FC55-A7E0AFDF3556}"/>
          </ac:spMkLst>
        </pc:spChg>
        <pc:spChg chg="del mod">
          <ac:chgData name="Jean-Yves Vuillequez" userId="e7fac481abea6bd0" providerId="LiveId" clId="{79E365E8-22BC-4EC2-9606-9A9AC6CD1D22}" dt="2025-11-20T12:00:34.480" v="2714" actId="478"/>
          <ac:spMkLst>
            <pc:docMk/>
            <pc:sldMk cId="1821755839" sldId="274"/>
            <ac:spMk id="98" creationId="{0302C705-EB34-55B3-983C-81DA8BD20273}"/>
          </ac:spMkLst>
        </pc:spChg>
        <pc:spChg chg="add del mod ord">
          <ac:chgData name="Jean-Yves Vuillequez" userId="e7fac481abea6bd0" providerId="LiveId" clId="{79E365E8-22BC-4EC2-9606-9A9AC6CD1D22}" dt="2025-11-20T11:27:12.653" v="2342" actId="21"/>
          <ac:spMkLst>
            <pc:docMk/>
            <pc:sldMk cId="1821755839" sldId="274"/>
            <ac:spMk id="105" creationId="{70820C9A-B957-87A8-109D-6C661627DA4C}"/>
          </ac:spMkLst>
        </pc:spChg>
        <pc:spChg chg="add mod">
          <ac:chgData name="Jean-Yves Vuillequez" userId="e7fac481abea6bd0" providerId="LiveId" clId="{79E365E8-22BC-4EC2-9606-9A9AC6CD1D22}" dt="2025-11-20T11:56:08.699" v="2635" actId="1076"/>
          <ac:spMkLst>
            <pc:docMk/>
            <pc:sldMk cId="1821755839" sldId="274"/>
            <ac:spMk id="106" creationId="{70820C9A-B957-87A8-109D-6C661627DA4C}"/>
          </ac:spMkLst>
        </pc:spChg>
        <pc:spChg chg="add mod">
          <ac:chgData name="Jean-Yves Vuillequez" userId="e7fac481abea6bd0" providerId="LiveId" clId="{79E365E8-22BC-4EC2-9606-9A9AC6CD1D22}" dt="2025-11-20T12:03:03.618" v="2778" actId="1035"/>
          <ac:spMkLst>
            <pc:docMk/>
            <pc:sldMk cId="1821755839" sldId="274"/>
            <ac:spMk id="1074" creationId="{4162FACA-EA89-9D97-B392-632929E9443D}"/>
          </ac:spMkLst>
        </pc:spChg>
        <pc:spChg chg="add mod">
          <ac:chgData name="Jean-Yves Vuillequez" userId="e7fac481abea6bd0" providerId="LiveId" clId="{79E365E8-22BC-4EC2-9606-9A9AC6CD1D22}" dt="2025-11-20T12:00:39.030" v="2715"/>
          <ac:spMkLst>
            <pc:docMk/>
            <pc:sldMk cId="1821755839" sldId="274"/>
            <ac:spMk id="2096" creationId="{273A85B6-13FD-89FF-E669-100D308ACE82}"/>
          </ac:spMkLst>
        </pc:spChg>
        <pc:spChg chg="add mod">
          <ac:chgData name="Jean-Yves Vuillequez" userId="e7fac481abea6bd0" providerId="LiveId" clId="{79E365E8-22BC-4EC2-9606-9A9AC6CD1D22}" dt="2025-11-20T12:02:04.482" v="2735" actId="1076"/>
          <ac:spMkLst>
            <pc:docMk/>
            <pc:sldMk cId="1821755839" sldId="274"/>
            <ac:spMk id="2097" creationId="{ADF20F1D-E32A-83D7-1C9F-ED56E1ADF5A6}"/>
          </ac:spMkLst>
        </pc:spChg>
        <pc:grpChg chg="add del mod">
          <ac:chgData name="Jean-Yves Vuillequez" userId="e7fac481abea6bd0" providerId="LiveId" clId="{79E365E8-22BC-4EC2-9606-9A9AC6CD1D22}" dt="2025-11-20T08:51:30.090" v="451" actId="478"/>
          <ac:grpSpMkLst>
            <pc:docMk/>
            <pc:sldMk cId="1821755839" sldId="274"/>
            <ac:grpSpMk id="8" creationId="{A3B8CF28-56C6-32D7-D0F2-18444BE72F66}"/>
          </ac:grpSpMkLst>
        </pc:grpChg>
        <pc:grpChg chg="add del mod">
          <ac:chgData name="Jean-Yves Vuillequez" userId="e7fac481abea6bd0" providerId="LiveId" clId="{79E365E8-22BC-4EC2-9606-9A9AC6CD1D22}" dt="2025-11-20T08:51:30.090" v="451" actId="478"/>
          <ac:grpSpMkLst>
            <pc:docMk/>
            <pc:sldMk cId="1821755839" sldId="274"/>
            <ac:grpSpMk id="11" creationId="{C87BA6BA-2747-CFA1-7DD6-F4F77216FBA2}"/>
          </ac:grpSpMkLst>
        </pc:grpChg>
        <pc:grpChg chg="add mod">
          <ac:chgData name="Jean-Yves Vuillequez" userId="e7fac481abea6bd0" providerId="LiveId" clId="{79E365E8-22BC-4EC2-9606-9A9AC6CD1D22}" dt="2025-11-20T08:50:36.749" v="425" actId="1076"/>
          <ac:grpSpMkLst>
            <pc:docMk/>
            <pc:sldMk cId="1821755839" sldId="274"/>
            <ac:grpSpMk id="14" creationId="{0D06F820-0C84-13EF-42FA-C8495BEA0636}"/>
          </ac:grpSpMkLst>
        </pc:grpChg>
        <pc:grpChg chg="add mod ord">
          <ac:chgData name="Jean-Yves Vuillequez" userId="e7fac481abea6bd0" providerId="LiveId" clId="{79E365E8-22BC-4EC2-9606-9A9AC6CD1D22}" dt="2025-11-20T08:50:36.749" v="425" actId="1076"/>
          <ac:grpSpMkLst>
            <pc:docMk/>
            <pc:sldMk cId="1821755839" sldId="274"/>
            <ac:grpSpMk id="19" creationId="{D5364BFE-1394-DF84-7508-CE993349E3F7}"/>
          </ac:grpSpMkLst>
        </pc:grpChg>
        <pc:grpChg chg="add mod">
          <ac:chgData name="Jean-Yves Vuillequez" userId="e7fac481abea6bd0" providerId="LiveId" clId="{79E365E8-22BC-4EC2-9606-9A9AC6CD1D22}" dt="2025-11-20T08:50:36.749" v="425" actId="1076"/>
          <ac:grpSpMkLst>
            <pc:docMk/>
            <pc:sldMk cId="1821755839" sldId="274"/>
            <ac:grpSpMk id="23" creationId="{D68234D9-A2C6-161D-C55C-E509AF1EEB5C}"/>
          </ac:grpSpMkLst>
        </pc:grpChg>
        <pc:picChg chg="add del mod">
          <ac:chgData name="Jean-Yves Vuillequez" userId="e7fac481abea6bd0" providerId="LiveId" clId="{79E365E8-22BC-4EC2-9606-9A9AC6CD1D22}" dt="2025-11-20T12:00:46.445" v="2716" actId="478"/>
          <ac:picMkLst>
            <pc:docMk/>
            <pc:sldMk cId="1821755839" sldId="274"/>
            <ac:picMk id="3" creationId="{B2469126-D060-A3A0-24FE-3940B83EED58}"/>
          </ac:picMkLst>
        </pc:picChg>
        <pc:picChg chg="add del mod">
          <ac:chgData name="Jean-Yves Vuillequez" userId="e7fac481abea6bd0" providerId="LiveId" clId="{79E365E8-22BC-4EC2-9606-9A9AC6CD1D22}" dt="2025-11-20T11:27:12.653" v="2342" actId="21"/>
          <ac:picMkLst>
            <pc:docMk/>
            <pc:sldMk cId="1821755839" sldId="274"/>
            <ac:picMk id="32" creationId="{9E201599-7D6B-4671-395A-AB9C1CE55DB4}"/>
          </ac:picMkLst>
        </pc:picChg>
        <pc:picChg chg="add del mod">
          <ac:chgData name="Jean-Yves Vuillequez" userId="e7fac481abea6bd0" providerId="LiveId" clId="{79E365E8-22BC-4EC2-9606-9A9AC6CD1D22}" dt="2025-11-20T10:35:03.107" v="1711" actId="478"/>
          <ac:picMkLst>
            <pc:docMk/>
            <pc:sldMk cId="1821755839" sldId="274"/>
            <ac:picMk id="33" creationId="{F84A0D41-8413-C686-CF95-956250D6C126}"/>
          </ac:picMkLst>
        </pc:picChg>
        <pc:picChg chg="add del mod">
          <ac:chgData name="Jean-Yves Vuillequez" userId="e7fac481abea6bd0" providerId="LiveId" clId="{79E365E8-22BC-4EC2-9606-9A9AC6CD1D22}" dt="2025-11-20T10:35:03.107" v="1711" actId="478"/>
          <ac:picMkLst>
            <pc:docMk/>
            <pc:sldMk cId="1821755839" sldId="274"/>
            <ac:picMk id="34" creationId="{D197D56C-63EF-E00B-6948-D29AC2F32653}"/>
          </ac:picMkLst>
        </pc:picChg>
        <pc:picChg chg="add del mod">
          <ac:chgData name="Jean-Yves Vuillequez" userId="e7fac481abea6bd0" providerId="LiveId" clId="{79E365E8-22BC-4EC2-9606-9A9AC6CD1D22}" dt="2025-11-20T10:35:03.107" v="1711" actId="478"/>
          <ac:picMkLst>
            <pc:docMk/>
            <pc:sldMk cId="1821755839" sldId="274"/>
            <ac:picMk id="35" creationId="{E63F4BF5-F1AE-84EE-BBA7-B9087645F385}"/>
          </ac:picMkLst>
        </pc:picChg>
        <pc:picChg chg="add del mod">
          <ac:chgData name="Jean-Yves Vuillequez" userId="e7fac481abea6bd0" providerId="LiveId" clId="{79E365E8-22BC-4EC2-9606-9A9AC6CD1D22}" dt="2025-11-20T10:36:00.043" v="1726" actId="478"/>
          <ac:picMkLst>
            <pc:docMk/>
            <pc:sldMk cId="1821755839" sldId="274"/>
            <ac:picMk id="36" creationId="{FE0EF77C-92FF-24CE-BFC8-C932780C9C10}"/>
          </ac:picMkLst>
        </pc:picChg>
        <pc:picChg chg="add del mod">
          <ac:chgData name="Jean-Yves Vuillequez" userId="e7fac481abea6bd0" providerId="LiveId" clId="{79E365E8-22BC-4EC2-9606-9A9AC6CD1D22}" dt="2025-11-20T10:36:00.043" v="1726" actId="478"/>
          <ac:picMkLst>
            <pc:docMk/>
            <pc:sldMk cId="1821755839" sldId="274"/>
            <ac:picMk id="37" creationId="{FE5048AF-D52E-C07D-D8DA-FC15494FC388}"/>
          </ac:picMkLst>
        </pc:picChg>
        <pc:picChg chg="add del mod">
          <ac:chgData name="Jean-Yves Vuillequez" userId="e7fac481abea6bd0" providerId="LiveId" clId="{79E365E8-22BC-4EC2-9606-9A9AC6CD1D22}" dt="2025-11-20T11:23:30.840" v="2278" actId="478"/>
          <ac:picMkLst>
            <pc:docMk/>
            <pc:sldMk cId="1821755839" sldId="274"/>
            <ac:picMk id="38" creationId="{F9C7BF27-093B-7D0F-B6C3-274E3E854A39}"/>
          </ac:picMkLst>
        </pc:picChg>
        <pc:picChg chg="add del mod">
          <ac:chgData name="Jean-Yves Vuillequez" userId="e7fac481abea6bd0" providerId="LiveId" clId="{79E365E8-22BC-4EC2-9606-9A9AC6CD1D22}" dt="2025-11-20T11:13:26.956" v="2146" actId="478"/>
          <ac:picMkLst>
            <pc:docMk/>
            <pc:sldMk cId="1821755839" sldId="274"/>
            <ac:picMk id="39" creationId="{EE8CCEDC-08DE-94CB-B69A-D139F38B5AA7}"/>
          </ac:picMkLst>
        </pc:picChg>
        <pc:picChg chg="add del mod">
          <ac:chgData name="Jean-Yves Vuillequez" userId="e7fac481abea6bd0" providerId="LiveId" clId="{79E365E8-22BC-4EC2-9606-9A9AC6CD1D22}" dt="2025-11-20T11:13:26.956" v="2146" actId="478"/>
          <ac:picMkLst>
            <pc:docMk/>
            <pc:sldMk cId="1821755839" sldId="274"/>
            <ac:picMk id="40" creationId="{F8CDE158-F4C1-68B7-524C-CE32C39E8011}"/>
          </ac:picMkLst>
        </pc:picChg>
        <pc:picChg chg="add del mod">
          <ac:chgData name="Jean-Yves Vuillequez" userId="e7fac481abea6bd0" providerId="LiveId" clId="{79E365E8-22BC-4EC2-9606-9A9AC6CD1D22}" dt="2025-11-20T11:13:26.956" v="2146" actId="478"/>
          <ac:picMkLst>
            <pc:docMk/>
            <pc:sldMk cId="1821755839" sldId="274"/>
            <ac:picMk id="41" creationId="{8FB51A97-1436-5D14-3D5F-29843523E295}"/>
          </ac:picMkLst>
        </pc:picChg>
        <pc:picChg chg="add del mod">
          <ac:chgData name="Jean-Yves Vuillequez" userId="e7fac481abea6bd0" providerId="LiveId" clId="{79E365E8-22BC-4EC2-9606-9A9AC6CD1D22}" dt="2025-11-20T11:13:26.956" v="2146" actId="478"/>
          <ac:picMkLst>
            <pc:docMk/>
            <pc:sldMk cId="1821755839" sldId="274"/>
            <ac:picMk id="42" creationId="{6EC88DA7-684D-8A9E-B539-C30CBB6C50B2}"/>
          </ac:picMkLst>
        </pc:picChg>
        <pc:picChg chg="add mod">
          <ac:chgData name="Jean-Yves Vuillequez" userId="e7fac481abea6bd0" providerId="LiveId" clId="{79E365E8-22BC-4EC2-9606-9A9AC6CD1D22}" dt="2025-11-20T11:58:48.017" v="2684" actId="1076"/>
          <ac:picMkLst>
            <pc:docMk/>
            <pc:sldMk cId="1821755839" sldId="274"/>
            <ac:picMk id="43" creationId="{A31CCBD7-31A9-6123-B61B-FB210F650877}"/>
          </ac:picMkLst>
        </pc:picChg>
        <pc:picChg chg="add mod">
          <ac:chgData name="Jean-Yves Vuillequez" userId="e7fac481abea6bd0" providerId="LiveId" clId="{79E365E8-22BC-4EC2-9606-9A9AC6CD1D22}" dt="2025-11-20T12:05:49.967" v="2793" actId="1076"/>
          <ac:picMkLst>
            <pc:docMk/>
            <pc:sldMk cId="1821755839" sldId="274"/>
            <ac:picMk id="51" creationId="{054FB5AB-F043-1139-CFA8-44C9034D1153}"/>
          </ac:picMkLst>
        </pc:picChg>
        <pc:picChg chg="add mod">
          <ac:chgData name="Jean-Yves Vuillequez" userId="e7fac481abea6bd0" providerId="LiveId" clId="{79E365E8-22BC-4EC2-9606-9A9AC6CD1D22}" dt="2025-11-20T11:13:42.590" v="2151" actId="571"/>
          <ac:picMkLst>
            <pc:docMk/>
            <pc:sldMk cId="1821755839" sldId="274"/>
            <ac:picMk id="61" creationId="{333CFB4B-1194-4081-2A31-D4135E89AE21}"/>
          </ac:picMkLst>
        </pc:picChg>
        <pc:picChg chg="add mod">
          <ac:chgData name="Jean-Yves Vuillequez" userId="e7fac481abea6bd0" providerId="LiveId" clId="{79E365E8-22BC-4EC2-9606-9A9AC6CD1D22}" dt="2025-11-20T11:13:42.334" v="2150" actId="571"/>
          <ac:picMkLst>
            <pc:docMk/>
            <pc:sldMk cId="1821755839" sldId="274"/>
            <ac:picMk id="63" creationId="{175008E9-657C-5DBC-AAF4-E297D014AA27}"/>
          </ac:picMkLst>
        </pc:picChg>
        <pc:picChg chg="add mod">
          <ac:chgData name="Jean-Yves Vuillequez" userId="e7fac481abea6bd0" providerId="LiveId" clId="{79E365E8-22BC-4EC2-9606-9A9AC6CD1D22}" dt="2025-11-20T11:55:59.579" v="2631" actId="1076"/>
          <ac:picMkLst>
            <pc:docMk/>
            <pc:sldMk cId="1821755839" sldId="274"/>
            <ac:picMk id="65" creationId="{976AB5B9-1D61-B29C-C9DE-9051A31E8E27}"/>
          </ac:picMkLst>
        </pc:picChg>
        <pc:picChg chg="add del mod">
          <ac:chgData name="Jean-Yves Vuillequez" userId="e7fac481abea6bd0" providerId="LiveId" clId="{79E365E8-22BC-4EC2-9606-9A9AC6CD1D22}" dt="2025-11-20T11:23:39.857" v="2281" actId="478"/>
          <ac:picMkLst>
            <pc:docMk/>
            <pc:sldMk cId="1821755839" sldId="274"/>
            <ac:picMk id="66" creationId="{4C719004-3702-6AC4-5881-2BF1B98F17C7}"/>
          </ac:picMkLst>
        </pc:picChg>
        <pc:picChg chg="add mod">
          <ac:chgData name="Jean-Yves Vuillequez" userId="e7fac481abea6bd0" providerId="LiveId" clId="{79E365E8-22BC-4EC2-9606-9A9AC6CD1D22}" dt="2025-11-20T11:56:12.971" v="2636" actId="1076"/>
          <ac:picMkLst>
            <pc:docMk/>
            <pc:sldMk cId="1821755839" sldId="274"/>
            <ac:picMk id="68" creationId="{6A1FE08D-DF15-8940-EAA5-98ED76914736}"/>
          </ac:picMkLst>
        </pc:picChg>
        <pc:picChg chg="add del mod">
          <ac:chgData name="Jean-Yves Vuillequez" userId="e7fac481abea6bd0" providerId="LiveId" clId="{79E365E8-22BC-4EC2-9606-9A9AC6CD1D22}" dt="2025-11-20T11:23:47.983" v="2284" actId="478"/>
          <ac:picMkLst>
            <pc:docMk/>
            <pc:sldMk cId="1821755839" sldId="274"/>
            <ac:picMk id="69" creationId="{7FECF56B-986A-87E0-8686-2AE09C51D00D}"/>
          </ac:picMkLst>
        </pc:picChg>
        <pc:picChg chg="add mod">
          <ac:chgData name="Jean-Yves Vuillequez" userId="e7fac481abea6bd0" providerId="LiveId" clId="{79E365E8-22BC-4EC2-9606-9A9AC6CD1D22}" dt="2025-11-20T11:17:34.624" v="2222" actId="571"/>
          <ac:picMkLst>
            <pc:docMk/>
            <pc:sldMk cId="1821755839" sldId="274"/>
            <ac:picMk id="72" creationId="{2ACF0BA3-0B26-FE99-F1D5-EFDA65D28D29}"/>
          </ac:picMkLst>
        </pc:picChg>
        <pc:picChg chg="add mod">
          <ac:chgData name="Jean-Yves Vuillequez" userId="e7fac481abea6bd0" providerId="LiveId" clId="{79E365E8-22BC-4EC2-9606-9A9AC6CD1D22}" dt="2025-11-20T11:19:33.767" v="2234" actId="571"/>
          <ac:picMkLst>
            <pc:docMk/>
            <pc:sldMk cId="1821755839" sldId="274"/>
            <ac:picMk id="76" creationId="{6E5FB138-1168-9548-0B46-4162D6507326}"/>
          </ac:picMkLst>
        </pc:picChg>
        <pc:picChg chg="add mod">
          <ac:chgData name="Jean-Yves Vuillequez" userId="e7fac481abea6bd0" providerId="LiveId" clId="{79E365E8-22BC-4EC2-9606-9A9AC6CD1D22}" dt="2025-11-20T11:19:33.767" v="2234" actId="571"/>
          <ac:picMkLst>
            <pc:docMk/>
            <pc:sldMk cId="1821755839" sldId="274"/>
            <ac:picMk id="77" creationId="{8B5DA2FE-31E0-AD38-ABCD-3B58F8D1D999}"/>
          </ac:picMkLst>
        </pc:picChg>
        <pc:picChg chg="add mod">
          <ac:chgData name="Jean-Yves Vuillequez" userId="e7fac481abea6bd0" providerId="LiveId" clId="{79E365E8-22BC-4EC2-9606-9A9AC6CD1D22}" dt="2025-11-20T11:19:33.767" v="2234" actId="571"/>
          <ac:picMkLst>
            <pc:docMk/>
            <pc:sldMk cId="1821755839" sldId="274"/>
            <ac:picMk id="79" creationId="{4D224554-64C5-D132-FF87-6B875BF236DB}"/>
          </ac:picMkLst>
        </pc:picChg>
        <pc:picChg chg="add mod">
          <ac:chgData name="Jean-Yves Vuillequez" userId="e7fac481abea6bd0" providerId="LiveId" clId="{79E365E8-22BC-4EC2-9606-9A9AC6CD1D22}" dt="2025-11-20T11:19:33.767" v="2234" actId="571"/>
          <ac:picMkLst>
            <pc:docMk/>
            <pc:sldMk cId="1821755839" sldId="274"/>
            <ac:picMk id="81" creationId="{7FCA9D15-A284-AFD1-1F00-F94CF748B1C3}"/>
          </ac:picMkLst>
        </pc:picChg>
        <pc:picChg chg="add mod">
          <ac:chgData name="Jean-Yves Vuillequez" userId="e7fac481abea6bd0" providerId="LiveId" clId="{79E365E8-22BC-4EC2-9606-9A9AC6CD1D22}" dt="2025-11-20T11:54:51.683" v="2620" actId="1076"/>
          <ac:picMkLst>
            <pc:docMk/>
            <pc:sldMk cId="1821755839" sldId="274"/>
            <ac:picMk id="102" creationId="{26F3760A-01F7-627E-27AC-B1F00D3B52C6}"/>
          </ac:picMkLst>
        </pc:picChg>
        <pc:picChg chg="add mod">
          <ac:chgData name="Jean-Yves Vuillequez" userId="e7fac481abea6bd0" providerId="LiveId" clId="{79E365E8-22BC-4EC2-9606-9A9AC6CD1D22}" dt="2025-11-20T11:55:59.579" v="2631" actId="1076"/>
          <ac:picMkLst>
            <pc:docMk/>
            <pc:sldMk cId="1821755839" sldId="274"/>
            <ac:picMk id="103" creationId="{B33DCAA7-8CDF-83ED-2AFC-66875EDF434A}"/>
          </ac:picMkLst>
        </pc:picChg>
        <pc:picChg chg="add mod">
          <ac:chgData name="Jean-Yves Vuillequez" userId="e7fac481abea6bd0" providerId="LiveId" clId="{79E365E8-22BC-4EC2-9606-9A9AC6CD1D22}" dt="2025-11-20T11:56:12.971" v="2636" actId="1076"/>
          <ac:picMkLst>
            <pc:docMk/>
            <pc:sldMk cId="1821755839" sldId="274"/>
            <ac:picMk id="104" creationId="{30EDEF50-F042-0782-1F82-E1015B7ED2D4}"/>
          </ac:picMkLst>
        </pc:picChg>
        <pc:picChg chg="add mod">
          <ac:chgData name="Jean-Yves Vuillequez" userId="e7fac481abea6bd0" providerId="LiveId" clId="{79E365E8-22BC-4EC2-9606-9A9AC6CD1D22}" dt="2025-11-20T11:55:08.114" v="2624" actId="1076"/>
          <ac:picMkLst>
            <pc:docMk/>
            <pc:sldMk cId="1821755839" sldId="274"/>
            <ac:picMk id="107" creationId="{9E201599-7D6B-4671-395A-AB9C1CE55DB4}"/>
          </ac:picMkLst>
        </pc:picChg>
        <pc:picChg chg="add mod">
          <ac:chgData name="Jean-Yves Vuillequez" userId="e7fac481abea6bd0" providerId="LiveId" clId="{79E365E8-22BC-4EC2-9606-9A9AC6CD1D22}" dt="2025-11-20T11:55:51.058" v="2630" actId="1076"/>
          <ac:picMkLst>
            <pc:docMk/>
            <pc:sldMk cId="1821755839" sldId="274"/>
            <ac:picMk id="123" creationId="{D715FB7A-A546-1D86-6C47-6E592D4CF67D}"/>
          </ac:picMkLst>
        </pc:picChg>
        <pc:picChg chg="add mod">
          <ac:chgData name="Jean-Yves Vuillequez" userId="e7fac481abea6bd0" providerId="LiveId" clId="{79E365E8-22BC-4EC2-9606-9A9AC6CD1D22}" dt="2025-11-20T11:55:59.579" v="2631" actId="1076"/>
          <ac:picMkLst>
            <pc:docMk/>
            <pc:sldMk cId="1821755839" sldId="274"/>
            <ac:picMk id="124" creationId="{C5293EF4-20E0-DF10-D159-DD1506BA9014}"/>
          </ac:picMkLst>
        </pc:picChg>
        <pc:picChg chg="add mod">
          <ac:chgData name="Jean-Yves Vuillequez" userId="e7fac481abea6bd0" providerId="LiveId" clId="{79E365E8-22BC-4EC2-9606-9A9AC6CD1D22}" dt="2025-11-20T11:56:12.971" v="2636" actId="1076"/>
          <ac:picMkLst>
            <pc:docMk/>
            <pc:sldMk cId="1821755839" sldId="274"/>
            <ac:picMk id="125" creationId="{33AAD6E8-755C-ADC6-DD82-513A7A7A0F5B}"/>
          </ac:picMkLst>
        </pc:picChg>
        <pc:picChg chg="add mod">
          <ac:chgData name="Jean-Yves Vuillequez" userId="e7fac481abea6bd0" providerId="LiveId" clId="{79E365E8-22BC-4EC2-9606-9A9AC6CD1D22}" dt="2025-11-20T11:54:51.683" v="2620" actId="1076"/>
          <ac:picMkLst>
            <pc:docMk/>
            <pc:sldMk cId="1821755839" sldId="274"/>
            <ac:picMk id="126" creationId="{CDFE02BC-1F91-5E6A-387E-5166BAEB4B47}"/>
          </ac:picMkLst>
        </pc:picChg>
        <pc:picChg chg="add mod">
          <ac:chgData name="Jean-Yves Vuillequez" userId="e7fac481abea6bd0" providerId="LiveId" clId="{79E365E8-22BC-4EC2-9606-9A9AC6CD1D22}" dt="2025-11-20T11:37:47.279" v="2433"/>
          <ac:picMkLst>
            <pc:docMk/>
            <pc:sldMk cId="1821755839" sldId="274"/>
            <ac:picMk id="127" creationId="{9BE0A3A2-08AD-B71E-FF3C-BB36128FAD7D}"/>
          </ac:picMkLst>
        </pc:picChg>
        <pc:picChg chg="add mod">
          <ac:chgData name="Jean-Yves Vuillequez" userId="e7fac481abea6bd0" providerId="LiveId" clId="{79E365E8-22BC-4EC2-9606-9A9AC6CD1D22}" dt="2025-11-20T12:03:53.507" v="2782" actId="1076"/>
          <ac:picMkLst>
            <pc:docMk/>
            <pc:sldMk cId="1821755839" sldId="274"/>
            <ac:picMk id="1026" creationId="{923FE2F2-F305-A7CE-975B-2A2BA912E4B7}"/>
          </ac:picMkLst>
        </pc:picChg>
        <pc:picChg chg="add mod">
          <ac:chgData name="Jean-Yves Vuillequez" userId="e7fac481abea6bd0" providerId="LiveId" clId="{79E365E8-22BC-4EC2-9606-9A9AC6CD1D22}" dt="2025-11-20T11:54:51.683" v="2620" actId="1076"/>
          <ac:picMkLst>
            <pc:docMk/>
            <pc:sldMk cId="1821755839" sldId="274"/>
            <ac:picMk id="1028" creationId="{D0C03EA7-EAD6-1A33-21AE-920B9121582F}"/>
          </ac:picMkLst>
        </pc:picChg>
        <pc:picChg chg="add mod">
          <ac:chgData name="Jean-Yves Vuillequez" userId="e7fac481abea6bd0" providerId="LiveId" clId="{79E365E8-22BC-4EC2-9606-9A9AC6CD1D22}" dt="2025-11-20T11:55:51.058" v="2630" actId="1076"/>
          <ac:picMkLst>
            <pc:docMk/>
            <pc:sldMk cId="1821755839" sldId="274"/>
            <ac:picMk id="1030" creationId="{2941D76B-6840-C572-907F-F3680B66EBF7}"/>
          </ac:picMkLst>
        </pc:picChg>
        <pc:picChg chg="add mod">
          <ac:chgData name="Jean-Yves Vuillequez" userId="e7fac481abea6bd0" providerId="LiveId" clId="{79E365E8-22BC-4EC2-9606-9A9AC6CD1D22}" dt="2025-11-20T12:05:28.757" v="2791" actId="1076"/>
          <ac:picMkLst>
            <pc:docMk/>
            <pc:sldMk cId="1821755839" sldId="274"/>
            <ac:picMk id="1032" creationId="{0AA62D0C-7533-F64F-5205-AC2C6EB164FE}"/>
          </ac:picMkLst>
        </pc:picChg>
        <pc:picChg chg="add mod">
          <ac:chgData name="Jean-Yves Vuillequez" userId="e7fac481abea6bd0" providerId="LiveId" clId="{79E365E8-22BC-4EC2-9606-9A9AC6CD1D22}" dt="2025-11-20T12:04:01.760" v="2784" actId="1076"/>
          <ac:picMkLst>
            <pc:docMk/>
            <pc:sldMk cId="1821755839" sldId="274"/>
            <ac:picMk id="1034" creationId="{748B16F9-6C53-91C1-4712-424BF6CE8989}"/>
          </ac:picMkLst>
        </pc:picChg>
        <pc:picChg chg="add mod">
          <ac:chgData name="Jean-Yves Vuillequez" userId="e7fac481abea6bd0" providerId="LiveId" clId="{79E365E8-22BC-4EC2-9606-9A9AC6CD1D22}" dt="2025-11-20T12:00:26.281" v="2711" actId="1076"/>
          <ac:picMkLst>
            <pc:docMk/>
            <pc:sldMk cId="1821755839" sldId="274"/>
            <ac:picMk id="1036" creationId="{135630BC-F5F0-17C1-438A-A312C16997F8}"/>
          </ac:picMkLst>
        </pc:picChg>
        <pc:picChg chg="add mod">
          <ac:chgData name="Jean-Yves Vuillequez" userId="e7fac481abea6bd0" providerId="LiveId" clId="{79E365E8-22BC-4EC2-9606-9A9AC6CD1D22}" dt="2025-11-20T12:00:23.937" v="2710" actId="1076"/>
          <ac:picMkLst>
            <pc:docMk/>
            <pc:sldMk cId="1821755839" sldId="274"/>
            <ac:picMk id="1038" creationId="{1B3822DD-A0E9-A37F-0DE9-40781F1C3DF4}"/>
          </ac:picMkLst>
        </pc:picChg>
        <pc:picChg chg="add mod">
          <ac:chgData name="Jean-Yves Vuillequez" userId="e7fac481abea6bd0" providerId="LiveId" clId="{79E365E8-22BC-4EC2-9606-9A9AC6CD1D22}" dt="2025-11-20T11:55:51.058" v="2630" actId="1076"/>
          <ac:picMkLst>
            <pc:docMk/>
            <pc:sldMk cId="1821755839" sldId="274"/>
            <ac:picMk id="2050" creationId="{66BE5478-2C49-E651-22DF-909C00CA75C0}"/>
          </ac:picMkLst>
        </pc:picChg>
        <pc:picChg chg="add mod">
          <ac:chgData name="Jean-Yves Vuillequez" userId="e7fac481abea6bd0" providerId="LiveId" clId="{79E365E8-22BC-4EC2-9606-9A9AC6CD1D22}" dt="2025-11-20T12:03:58.310" v="2783" actId="1076"/>
          <ac:picMkLst>
            <pc:docMk/>
            <pc:sldMk cId="1821755839" sldId="274"/>
            <ac:picMk id="2052" creationId="{FCCA093A-E48A-7B59-31BE-E1F8F80AD69D}"/>
          </ac:picMkLst>
        </pc:picChg>
        <pc:picChg chg="add mod">
          <ac:chgData name="Jean-Yves Vuillequez" userId="e7fac481abea6bd0" providerId="LiveId" clId="{79E365E8-22BC-4EC2-9606-9A9AC6CD1D22}" dt="2025-11-20T11:53:04.059" v="2593" actId="1076"/>
          <ac:picMkLst>
            <pc:docMk/>
            <pc:sldMk cId="1821755839" sldId="274"/>
            <ac:picMk id="2054" creationId="{A2294E8E-D08B-505D-5B9D-D8788A9CD32B}"/>
          </ac:picMkLst>
        </pc:picChg>
        <pc:picChg chg="add mod">
          <ac:chgData name="Jean-Yves Vuillequez" userId="e7fac481abea6bd0" providerId="LiveId" clId="{79E365E8-22BC-4EC2-9606-9A9AC6CD1D22}" dt="2025-11-20T12:02:26.430" v="2757" actId="1035"/>
          <ac:picMkLst>
            <pc:docMk/>
            <pc:sldMk cId="1821755839" sldId="274"/>
            <ac:picMk id="2068" creationId="{9336168E-33DE-2E2C-3F3A-3E4FC0819D15}"/>
          </ac:picMkLst>
        </pc:picChg>
        <pc:cxnChg chg="add mod">
          <ac:chgData name="Jean-Yves Vuillequez" userId="e7fac481abea6bd0" providerId="LiveId" clId="{79E365E8-22BC-4EC2-9606-9A9AC6CD1D22}" dt="2025-11-20T09:04:04.822" v="470" actId="208"/>
          <ac:cxnSpMkLst>
            <pc:docMk/>
            <pc:sldMk cId="1821755839" sldId="274"/>
            <ac:cxnSpMk id="28" creationId="{66A68388-D1A7-6AC6-5F1F-65E1A6494D4A}"/>
          </ac:cxnSpMkLst>
        </pc:cxnChg>
        <pc:cxnChg chg="add mod">
          <ac:chgData name="Jean-Yves Vuillequez" userId="e7fac481abea6bd0" providerId="LiveId" clId="{79E365E8-22BC-4EC2-9606-9A9AC6CD1D22}" dt="2025-11-20T11:42:02.384" v="2481" actId="1076"/>
          <ac:cxnSpMkLst>
            <pc:docMk/>
            <pc:sldMk cId="1821755839" sldId="274"/>
            <ac:cxnSpMk id="29" creationId="{2F5C326A-12BF-B849-9176-2CB67D7A7ED9}"/>
          </ac:cxnSpMkLst>
        </pc:cxnChg>
        <pc:cxnChg chg="add mod">
          <ac:chgData name="Jean-Yves Vuillequez" userId="e7fac481abea6bd0" providerId="LiveId" clId="{79E365E8-22BC-4EC2-9606-9A9AC6CD1D22}" dt="2025-11-20T09:04:04.822" v="470" actId="208"/>
          <ac:cxnSpMkLst>
            <pc:docMk/>
            <pc:sldMk cId="1821755839" sldId="274"/>
            <ac:cxnSpMk id="30" creationId="{DD9C7B50-C6F5-7260-C61A-2CAE5E4C0BF7}"/>
          </ac:cxnSpMkLst>
        </pc:cxnChg>
        <pc:cxnChg chg="add mod">
          <ac:chgData name="Jean-Yves Vuillequez" userId="e7fac481abea6bd0" providerId="LiveId" clId="{79E365E8-22BC-4EC2-9606-9A9AC6CD1D22}" dt="2025-11-20T12:05:02.357" v="2785" actId="1582"/>
          <ac:cxnSpMkLst>
            <pc:docMk/>
            <pc:sldMk cId="1821755839" sldId="274"/>
            <ac:cxnSpMk id="75" creationId="{EA2D8E70-0E38-6F85-C46D-473AA9425B34}"/>
          </ac:cxnSpMkLst>
        </pc:cxnChg>
        <pc:cxnChg chg="add mod">
          <ac:chgData name="Jean-Yves Vuillequez" userId="e7fac481abea6bd0" providerId="LiveId" clId="{79E365E8-22BC-4EC2-9606-9A9AC6CD1D22}" dt="2025-11-20T11:19:33.767" v="2234" actId="571"/>
          <ac:cxnSpMkLst>
            <pc:docMk/>
            <pc:sldMk cId="1821755839" sldId="274"/>
            <ac:cxnSpMk id="84" creationId="{B3581349-5B65-EAF3-8AE3-EF99BFC653E0}"/>
          </ac:cxnSpMkLst>
        </pc:cxnChg>
        <pc:cxnChg chg="add del mod">
          <ac:chgData name="Jean-Yves Vuillequez" userId="e7fac481abea6bd0" providerId="LiveId" clId="{79E365E8-22BC-4EC2-9606-9A9AC6CD1D22}" dt="2025-11-20T11:21:10.480" v="2243" actId="478"/>
          <ac:cxnSpMkLst>
            <pc:docMk/>
            <pc:sldMk cId="1821755839" sldId="274"/>
            <ac:cxnSpMk id="86" creationId="{29D35CB1-5CE6-AFD2-E231-5FC1F018A789}"/>
          </ac:cxnSpMkLst>
        </pc:cxnChg>
        <pc:cxnChg chg="add del mod">
          <ac:chgData name="Jean-Yves Vuillequez" userId="e7fac481abea6bd0" providerId="LiveId" clId="{79E365E8-22BC-4EC2-9606-9A9AC6CD1D22}" dt="2025-11-20T11:22:24.304" v="2266" actId="478"/>
          <ac:cxnSpMkLst>
            <pc:docMk/>
            <pc:sldMk cId="1821755839" sldId="274"/>
            <ac:cxnSpMk id="87" creationId="{E6644E27-C493-57FC-9D56-EEB4847C4129}"/>
          </ac:cxnSpMkLst>
        </pc:cxnChg>
        <pc:cxnChg chg="add mod">
          <ac:chgData name="Jean-Yves Vuillequez" userId="e7fac481abea6bd0" providerId="LiveId" clId="{79E365E8-22BC-4EC2-9606-9A9AC6CD1D22}" dt="2025-11-20T12:05:28.757" v="2791" actId="1076"/>
          <ac:cxnSpMkLst>
            <pc:docMk/>
            <pc:sldMk cId="1821755839" sldId="274"/>
            <ac:cxnSpMk id="99" creationId="{1740FD3C-BB82-E8E4-4341-9F9B0A291611}"/>
          </ac:cxnSpMkLst>
        </pc:cxnChg>
        <pc:cxnChg chg="add mod">
          <ac:chgData name="Jean-Yves Vuillequez" userId="e7fac481abea6bd0" providerId="LiveId" clId="{79E365E8-22BC-4EC2-9606-9A9AC6CD1D22}" dt="2025-11-20T12:05:39.188" v="2792" actId="14100"/>
          <ac:cxnSpMkLst>
            <pc:docMk/>
            <pc:sldMk cId="1821755839" sldId="274"/>
            <ac:cxnSpMk id="108" creationId="{8FC538F3-E888-6C1B-940B-D6B968D8FCEE}"/>
          </ac:cxnSpMkLst>
        </pc:cxnChg>
        <pc:cxnChg chg="add mod">
          <ac:chgData name="Jean-Yves Vuillequez" userId="e7fac481abea6bd0" providerId="LiveId" clId="{79E365E8-22BC-4EC2-9606-9A9AC6CD1D22}" dt="2025-11-20T12:05:02.357" v="2785" actId="1582"/>
          <ac:cxnSpMkLst>
            <pc:docMk/>
            <pc:sldMk cId="1821755839" sldId="274"/>
            <ac:cxnSpMk id="111" creationId="{67D61FBD-E531-1326-0C48-8BF9669015EF}"/>
          </ac:cxnSpMkLst>
        </pc:cxnChg>
        <pc:cxnChg chg="add mod">
          <ac:chgData name="Jean-Yves Vuillequez" userId="e7fac481abea6bd0" providerId="LiveId" clId="{79E365E8-22BC-4EC2-9606-9A9AC6CD1D22}" dt="2025-11-20T12:05:02.357" v="2785" actId="1582"/>
          <ac:cxnSpMkLst>
            <pc:docMk/>
            <pc:sldMk cId="1821755839" sldId="274"/>
            <ac:cxnSpMk id="114" creationId="{D838041E-F078-6C94-A2B0-03079C59425A}"/>
          </ac:cxnSpMkLst>
        </pc:cxnChg>
        <pc:cxnChg chg="add mod">
          <ac:chgData name="Jean-Yves Vuillequez" userId="e7fac481abea6bd0" providerId="LiveId" clId="{79E365E8-22BC-4EC2-9606-9A9AC6CD1D22}" dt="2025-11-20T12:05:02.357" v="2785" actId="1582"/>
          <ac:cxnSpMkLst>
            <pc:docMk/>
            <pc:sldMk cId="1821755839" sldId="274"/>
            <ac:cxnSpMk id="119" creationId="{71456FE5-64C3-8B7D-7CCF-34EA9321C3CA}"/>
          </ac:cxnSpMkLst>
        </pc:cxnChg>
        <pc:cxnChg chg="add del mod">
          <ac:chgData name="Jean-Yves Vuillequez" userId="e7fac481abea6bd0" providerId="LiveId" clId="{79E365E8-22BC-4EC2-9606-9A9AC6CD1D22}" dt="2025-11-20T11:38:07.994" v="2438" actId="478"/>
          <ac:cxnSpMkLst>
            <pc:docMk/>
            <pc:sldMk cId="1821755839" sldId="274"/>
            <ac:cxnSpMk id="1024" creationId="{E59C6F56-E746-1D03-00A3-4AE085AB528D}"/>
          </ac:cxnSpMkLst>
        </pc:cxnChg>
        <pc:cxnChg chg="add mod">
          <ac:chgData name="Jean-Yves Vuillequez" userId="e7fac481abea6bd0" providerId="LiveId" clId="{79E365E8-22BC-4EC2-9606-9A9AC6CD1D22}" dt="2025-11-20T12:02:04.482" v="2735" actId="1076"/>
          <ac:cxnSpMkLst>
            <pc:docMk/>
            <pc:sldMk cId="1821755839" sldId="274"/>
            <ac:cxnSpMk id="1029" creationId="{0E52F53C-5DBE-6D5C-C0A2-D6081CFAB7CB}"/>
          </ac:cxnSpMkLst>
        </pc:cxnChg>
        <pc:cxnChg chg="add mod">
          <ac:chgData name="Jean-Yves Vuillequez" userId="e7fac481abea6bd0" providerId="LiveId" clId="{79E365E8-22BC-4EC2-9606-9A9AC6CD1D22}" dt="2025-11-20T11:40:48.564" v="2466"/>
          <ac:cxnSpMkLst>
            <pc:docMk/>
            <pc:sldMk cId="1821755839" sldId="274"/>
            <ac:cxnSpMk id="1037" creationId="{012A69AD-D1B3-9810-B4DE-6794DB614A7D}"/>
          </ac:cxnSpMkLst>
        </pc:cxnChg>
        <pc:cxnChg chg="add mod">
          <ac:chgData name="Jean-Yves Vuillequez" userId="e7fac481abea6bd0" providerId="LiveId" clId="{79E365E8-22BC-4EC2-9606-9A9AC6CD1D22}" dt="2025-11-20T11:40:48.912" v="2467"/>
          <ac:cxnSpMkLst>
            <pc:docMk/>
            <pc:sldMk cId="1821755839" sldId="274"/>
            <ac:cxnSpMk id="1039" creationId="{624F829B-9940-FA2F-9371-2DBB32AD248A}"/>
          </ac:cxnSpMkLst>
        </pc:cxnChg>
        <pc:cxnChg chg="add del mod">
          <ac:chgData name="Jean-Yves Vuillequez" userId="e7fac481abea6bd0" providerId="LiveId" clId="{79E365E8-22BC-4EC2-9606-9A9AC6CD1D22}" dt="2025-11-20T11:41:05.761" v="2472" actId="478"/>
          <ac:cxnSpMkLst>
            <pc:docMk/>
            <pc:sldMk cId="1821755839" sldId="274"/>
            <ac:cxnSpMk id="1040" creationId="{1A28472F-E15F-F875-A7CE-2C6CE56D1A6B}"/>
          </ac:cxnSpMkLst>
        </pc:cxnChg>
        <pc:cxnChg chg="add mod">
          <ac:chgData name="Jean-Yves Vuillequez" userId="e7fac481abea6bd0" providerId="LiveId" clId="{79E365E8-22BC-4EC2-9606-9A9AC6CD1D22}" dt="2025-11-20T11:41:57.257" v="2478"/>
          <ac:cxnSpMkLst>
            <pc:docMk/>
            <pc:sldMk cId="1821755839" sldId="274"/>
            <ac:cxnSpMk id="1045" creationId="{B47D5FD3-A8EB-5EF1-4EB2-CAF3F6F464AB}"/>
          </ac:cxnSpMkLst>
        </pc:cxnChg>
        <pc:cxnChg chg="add mod">
          <ac:chgData name="Jean-Yves Vuillequez" userId="e7fac481abea6bd0" providerId="LiveId" clId="{79E365E8-22BC-4EC2-9606-9A9AC6CD1D22}" dt="2025-11-20T15:36:09.231" v="4051" actId="1037"/>
          <ac:cxnSpMkLst>
            <pc:docMk/>
            <pc:sldMk cId="1821755839" sldId="274"/>
            <ac:cxnSpMk id="1046" creationId="{F59A3777-3D90-7CA7-F89E-8874DA5F6283}"/>
          </ac:cxnSpMkLst>
        </pc:cxnChg>
        <pc:cxnChg chg="add del mod">
          <ac:chgData name="Jean-Yves Vuillequez" userId="e7fac481abea6bd0" providerId="LiveId" clId="{79E365E8-22BC-4EC2-9606-9A9AC6CD1D22}" dt="2025-11-20T11:44:39.434" v="2514" actId="478"/>
          <ac:cxnSpMkLst>
            <pc:docMk/>
            <pc:sldMk cId="1821755839" sldId="274"/>
            <ac:cxnSpMk id="1051" creationId="{2DE5DB89-7B0C-93CD-2FE0-25BDA4238711}"/>
          </ac:cxnSpMkLst>
        </pc:cxnChg>
        <pc:cxnChg chg="add del mod">
          <ac:chgData name="Jean-Yves Vuillequez" userId="e7fac481abea6bd0" providerId="LiveId" clId="{79E365E8-22BC-4EC2-9606-9A9AC6CD1D22}" dt="2025-11-20T11:44:52.399" v="2516" actId="11529"/>
          <ac:cxnSpMkLst>
            <pc:docMk/>
            <pc:sldMk cId="1821755839" sldId="274"/>
            <ac:cxnSpMk id="1060" creationId="{2CD49FD7-DD44-7611-D6BB-D1C241C40B8D}"/>
          </ac:cxnSpMkLst>
        </pc:cxnChg>
        <pc:cxnChg chg="add mod">
          <ac:chgData name="Jean-Yves Vuillequez" userId="e7fac481abea6bd0" providerId="LiveId" clId="{79E365E8-22BC-4EC2-9606-9A9AC6CD1D22}" dt="2025-11-20T15:36:09.231" v="4051" actId="1037"/>
          <ac:cxnSpMkLst>
            <pc:docMk/>
            <pc:sldMk cId="1821755839" sldId="274"/>
            <ac:cxnSpMk id="1062" creationId="{0CF073E9-1859-B299-0281-F152BD635678}"/>
          </ac:cxnSpMkLst>
        </pc:cxnChg>
        <pc:cxnChg chg="add mod">
          <ac:chgData name="Jean-Yves Vuillequez" userId="e7fac481abea6bd0" providerId="LiveId" clId="{79E365E8-22BC-4EC2-9606-9A9AC6CD1D22}" dt="2025-11-20T12:05:49.967" v="2793" actId="1076"/>
          <ac:cxnSpMkLst>
            <pc:docMk/>
            <pc:sldMk cId="1821755839" sldId="274"/>
            <ac:cxnSpMk id="1068" creationId="{3FF98031-1DCE-7770-7F38-10F134A37AB2}"/>
          </ac:cxnSpMkLst>
        </pc:cxnChg>
        <pc:cxnChg chg="add mod">
          <ac:chgData name="Jean-Yves Vuillequez" userId="e7fac481abea6bd0" providerId="LiveId" clId="{79E365E8-22BC-4EC2-9606-9A9AC6CD1D22}" dt="2025-11-20T12:02:04.482" v="2735" actId="1076"/>
          <ac:cxnSpMkLst>
            <pc:docMk/>
            <pc:sldMk cId="1821755839" sldId="274"/>
            <ac:cxnSpMk id="1075" creationId="{EB70B985-2508-613E-3824-FAD3BB6966AC}"/>
          </ac:cxnSpMkLst>
        </pc:cxnChg>
        <pc:cxnChg chg="add mod">
          <ac:chgData name="Jean-Yves Vuillequez" userId="e7fac481abea6bd0" providerId="LiveId" clId="{79E365E8-22BC-4EC2-9606-9A9AC6CD1D22}" dt="2025-11-20T12:05:28.757" v="2791" actId="1076"/>
          <ac:cxnSpMkLst>
            <pc:docMk/>
            <pc:sldMk cId="1821755839" sldId="274"/>
            <ac:cxnSpMk id="2055" creationId="{87E620DB-CBC1-5464-4E1E-A4B454C8BE5D}"/>
          </ac:cxnSpMkLst>
        </pc:cxnChg>
        <pc:cxnChg chg="add mod">
          <ac:chgData name="Jean-Yves Vuillequez" userId="e7fac481abea6bd0" providerId="LiveId" clId="{79E365E8-22BC-4EC2-9606-9A9AC6CD1D22}" dt="2025-11-20T12:02:26.430" v="2757" actId="1035"/>
          <ac:cxnSpMkLst>
            <pc:docMk/>
            <pc:sldMk cId="1821755839" sldId="274"/>
            <ac:cxnSpMk id="2101" creationId="{47334CC6-EC52-DED0-C7E9-A5E77BF2B99A}"/>
          </ac:cxnSpMkLst>
        </pc:cxnChg>
      </pc:sldChg>
      <pc:sldChg chg="modSp del mod">
        <pc:chgData name="Jean-Yves Vuillequez" userId="e7fac481abea6bd0" providerId="LiveId" clId="{79E365E8-22BC-4EC2-9606-9A9AC6CD1D22}" dt="2025-11-19T11:00:27.703" v="73" actId="2696"/>
        <pc:sldMkLst>
          <pc:docMk/>
          <pc:sldMk cId="4075992510" sldId="275"/>
        </pc:sldMkLst>
        <pc:spChg chg="mod">
          <ac:chgData name="Jean-Yves Vuillequez" userId="e7fac481abea6bd0" providerId="LiveId" clId="{79E365E8-22BC-4EC2-9606-9A9AC6CD1D22}" dt="2025-11-19T10:58:13.405" v="45" actId="20577"/>
          <ac:spMkLst>
            <pc:docMk/>
            <pc:sldMk cId="4075992510" sldId="275"/>
            <ac:spMk id="13" creationId="{A4E917A3-F694-3B96-CCCF-E8B993CF7914}"/>
          </ac:spMkLst>
        </pc:spChg>
        <pc:graphicFrameChg chg="modGraphic">
          <ac:chgData name="Jean-Yves Vuillequez" userId="e7fac481abea6bd0" providerId="LiveId" clId="{79E365E8-22BC-4EC2-9606-9A9AC6CD1D22}" dt="2025-11-19T10:58:19.644" v="46" actId="6549"/>
          <ac:graphicFrameMkLst>
            <pc:docMk/>
            <pc:sldMk cId="4075992510" sldId="275"/>
            <ac:graphicFrameMk id="2" creationId="{B369D15F-B77E-9E89-4E59-4FB8C96A6FDE}"/>
          </ac:graphicFrameMkLst>
        </pc:graphicFrameChg>
      </pc:sldChg>
      <pc:sldChg chg="addSp delSp modSp add mod ord">
        <pc:chgData name="Jean-Yves Vuillequez" userId="e7fac481abea6bd0" providerId="LiveId" clId="{79E365E8-22BC-4EC2-9606-9A9AC6CD1D22}" dt="2025-11-20T16:41:43.422" v="4740" actId="113"/>
        <pc:sldMkLst>
          <pc:docMk/>
          <pc:sldMk cId="4088050223" sldId="275"/>
        </pc:sldMkLst>
        <pc:spChg chg="add del mod">
          <ac:chgData name="Jean-Yves Vuillequez" userId="e7fac481abea6bd0" providerId="LiveId" clId="{79E365E8-22BC-4EC2-9606-9A9AC6CD1D22}" dt="2025-11-20T15:42:22.432" v="4056" actId="478"/>
          <ac:spMkLst>
            <pc:docMk/>
            <pc:sldMk cId="4088050223" sldId="275"/>
            <ac:spMk id="3" creationId="{37D278FD-EECE-B378-D23D-5AC1D6FCA09B}"/>
          </ac:spMkLst>
        </pc:spChg>
        <pc:spChg chg="add mod">
          <ac:chgData name="Jean-Yves Vuillequez" userId="e7fac481abea6bd0" providerId="LiveId" clId="{79E365E8-22BC-4EC2-9606-9A9AC6CD1D22}" dt="2025-11-20T16:11:43.034" v="4634" actId="948"/>
          <ac:spMkLst>
            <pc:docMk/>
            <pc:sldMk cId="4088050223" sldId="275"/>
            <ac:spMk id="4" creationId="{9EF8D937-D220-A74B-8191-12E681FE1A08}"/>
          </ac:spMkLst>
        </pc:spChg>
        <pc:spChg chg="del">
          <ac:chgData name="Jean-Yves Vuillequez" userId="e7fac481abea6bd0" providerId="LiveId" clId="{79E365E8-22BC-4EC2-9606-9A9AC6CD1D22}" dt="2025-11-20T16:04:24.463" v="4515" actId="478"/>
          <ac:spMkLst>
            <pc:docMk/>
            <pc:sldMk cId="4088050223" sldId="275"/>
            <ac:spMk id="12" creationId="{97F78E0E-BF81-816F-84D0-69489BA603AA}"/>
          </ac:spMkLst>
        </pc:spChg>
        <pc:spChg chg="add del">
          <ac:chgData name="Jean-Yves Vuillequez" userId="e7fac481abea6bd0" providerId="LiveId" clId="{79E365E8-22BC-4EC2-9606-9A9AC6CD1D22}" dt="2025-11-20T16:04:29.429" v="4517" actId="478"/>
          <ac:spMkLst>
            <pc:docMk/>
            <pc:sldMk cId="4088050223" sldId="275"/>
            <ac:spMk id="13" creationId="{A4E917A3-F694-3B96-CCCF-E8B993CF7914}"/>
          </ac:spMkLst>
        </pc:spChg>
        <pc:spChg chg="add del">
          <ac:chgData name="Jean-Yves Vuillequez" userId="e7fac481abea6bd0" providerId="LiveId" clId="{79E365E8-22BC-4EC2-9606-9A9AC6CD1D22}" dt="2025-11-20T16:04:27.356" v="4516" actId="478"/>
          <ac:spMkLst>
            <pc:docMk/>
            <pc:sldMk cId="4088050223" sldId="275"/>
            <ac:spMk id="14" creationId="{6490E61E-43C0-47B3-660A-106B5E881ADD}"/>
          </ac:spMkLst>
        </pc:spChg>
        <pc:spChg chg="mod">
          <ac:chgData name="Jean-Yves Vuillequez" userId="e7fac481abea6bd0" providerId="LiveId" clId="{79E365E8-22BC-4EC2-9606-9A9AC6CD1D22}" dt="2025-11-20T16:41:43.422" v="4740" actId="113"/>
          <ac:spMkLst>
            <pc:docMk/>
            <pc:sldMk cId="4088050223" sldId="275"/>
            <ac:spMk id="96" creationId="{CFE260F2-EC75-DDF8-CE55-329FB5D8E4C4}"/>
          </ac:spMkLst>
        </pc:spChg>
        <pc:graphicFrameChg chg="del mod modGraphic">
          <ac:chgData name="Jean-Yves Vuillequez" userId="e7fac481abea6bd0" providerId="LiveId" clId="{79E365E8-22BC-4EC2-9606-9A9AC6CD1D22}" dt="2025-11-20T16:05:02.210" v="4547" actId="478"/>
          <ac:graphicFrameMkLst>
            <pc:docMk/>
            <pc:sldMk cId="4088050223" sldId="275"/>
            <ac:graphicFrameMk id="2" creationId="{B369D15F-B77E-9E89-4E59-4FB8C96A6FDE}"/>
          </ac:graphicFrameMkLst>
        </pc:graphicFrameChg>
      </pc:sldChg>
      <pc:sldChg chg="del">
        <pc:chgData name="Jean-Yves Vuillequez" userId="e7fac481abea6bd0" providerId="LiveId" clId="{79E365E8-22BC-4EC2-9606-9A9AC6CD1D22}" dt="2025-11-19T10:58:46.543" v="50" actId="47"/>
        <pc:sldMkLst>
          <pc:docMk/>
          <pc:sldMk cId="4260295178" sldId="276"/>
        </pc:sldMkLst>
      </pc:sldChg>
      <pc:sldChg chg="del">
        <pc:chgData name="Jean-Yves Vuillequez" userId="e7fac481abea6bd0" providerId="LiveId" clId="{79E365E8-22BC-4EC2-9606-9A9AC6CD1D22}" dt="2025-11-19T11:00:58.858" v="84" actId="47"/>
        <pc:sldMkLst>
          <pc:docMk/>
          <pc:sldMk cId="2782134582" sldId="280"/>
        </pc:sldMkLst>
      </pc:sldChg>
      <pc:sldChg chg="del">
        <pc:chgData name="Jean-Yves Vuillequez" userId="e7fac481abea6bd0" providerId="LiveId" clId="{79E365E8-22BC-4EC2-9606-9A9AC6CD1D22}" dt="2025-11-19T11:00:58.858" v="84" actId="47"/>
        <pc:sldMkLst>
          <pc:docMk/>
          <pc:sldMk cId="3379059680" sldId="281"/>
        </pc:sldMkLst>
      </pc:sldChg>
      <pc:sldChg chg="del">
        <pc:chgData name="Jean-Yves Vuillequez" userId="e7fac481abea6bd0" providerId="LiveId" clId="{79E365E8-22BC-4EC2-9606-9A9AC6CD1D22}" dt="2025-11-19T11:00:58.858" v="84" actId="47"/>
        <pc:sldMkLst>
          <pc:docMk/>
          <pc:sldMk cId="1308464095" sldId="282"/>
        </pc:sldMkLst>
      </pc:sldChg>
      <pc:sldChg chg="del">
        <pc:chgData name="Jean-Yves Vuillequez" userId="e7fac481abea6bd0" providerId="LiveId" clId="{79E365E8-22BC-4EC2-9606-9A9AC6CD1D22}" dt="2025-11-19T11:00:58.858" v="84" actId="47"/>
        <pc:sldMkLst>
          <pc:docMk/>
          <pc:sldMk cId="3541112122" sldId="283"/>
        </pc:sldMkLst>
      </pc:sldChg>
      <pc:sldChg chg="del">
        <pc:chgData name="Jean-Yves Vuillequez" userId="e7fac481abea6bd0" providerId="LiveId" clId="{79E365E8-22BC-4EC2-9606-9A9AC6CD1D22}" dt="2025-11-19T11:00:58.858" v="84" actId="47"/>
        <pc:sldMkLst>
          <pc:docMk/>
          <pc:sldMk cId="3746995239" sldId="284"/>
        </pc:sldMkLst>
      </pc:sldChg>
      <pc:sldChg chg="del">
        <pc:chgData name="Jean-Yves Vuillequez" userId="e7fac481abea6bd0" providerId="LiveId" clId="{79E365E8-22BC-4EC2-9606-9A9AC6CD1D22}" dt="2025-11-19T11:00:58.858" v="84" actId="47"/>
        <pc:sldMkLst>
          <pc:docMk/>
          <pc:sldMk cId="2602082869" sldId="285"/>
        </pc:sldMkLst>
      </pc:sldChg>
      <pc:sldChg chg="addSp delSp modSp mod delAnim modAnim modNotesTx">
        <pc:chgData name="Jean-Yves Vuillequez" userId="e7fac481abea6bd0" providerId="LiveId" clId="{79E365E8-22BC-4EC2-9606-9A9AC6CD1D22}" dt="2025-11-20T16:50:18.376" v="4801" actId="20577"/>
        <pc:sldMkLst>
          <pc:docMk/>
          <pc:sldMk cId="406580661" sldId="286"/>
        </pc:sldMkLst>
        <pc:spChg chg="add">
          <ac:chgData name="Jean-Yves Vuillequez" userId="e7fac481abea6bd0" providerId="LiveId" clId="{79E365E8-22BC-4EC2-9606-9A9AC6CD1D22}" dt="2025-11-20T09:41:51.314" v="473"/>
          <ac:spMkLst>
            <pc:docMk/>
            <pc:sldMk cId="406580661" sldId="286"/>
            <ac:spMk id="2" creationId="{42BBF137-A4F8-10C8-E76C-714A4AC08CD8}"/>
          </ac:spMkLst>
        </pc:spChg>
        <pc:spChg chg="add del mod">
          <ac:chgData name="Jean-Yves Vuillequez" userId="e7fac481abea6bd0" providerId="LiveId" clId="{79E365E8-22BC-4EC2-9606-9A9AC6CD1D22}" dt="2025-11-19T15:04:10.897" v="143" actId="478"/>
          <ac:spMkLst>
            <pc:docMk/>
            <pc:sldMk cId="406580661" sldId="286"/>
            <ac:spMk id="3" creationId="{C43968D4-0691-98E3-02E7-DB654E7392F3}"/>
          </ac:spMkLst>
        </pc:spChg>
        <pc:spChg chg="add mod">
          <ac:chgData name="Jean-Yves Vuillequez" userId="e7fac481abea6bd0" providerId="LiveId" clId="{79E365E8-22BC-4EC2-9606-9A9AC6CD1D22}" dt="2025-11-20T16:44:37.451" v="4745" actId="207"/>
          <ac:spMkLst>
            <pc:docMk/>
            <pc:sldMk cId="406580661" sldId="286"/>
            <ac:spMk id="3" creationId="{E62B04DD-611C-26E7-F33B-2490F943666E}"/>
          </ac:spMkLst>
        </pc:spChg>
        <pc:spChg chg="add del mod">
          <ac:chgData name="Jean-Yves Vuillequez" userId="e7fac481abea6bd0" providerId="LiveId" clId="{79E365E8-22BC-4EC2-9606-9A9AC6CD1D22}" dt="2025-11-20T14:03:49.127" v="3493" actId="478"/>
          <ac:spMkLst>
            <pc:docMk/>
            <pc:sldMk cId="406580661" sldId="286"/>
            <ac:spMk id="4" creationId="{0649B650-4A2A-7387-5E59-6EEF0B39EF13}"/>
          </ac:spMkLst>
        </pc:spChg>
        <pc:spChg chg="add mod">
          <ac:chgData name="Jean-Yves Vuillequez" userId="e7fac481abea6bd0" providerId="LiveId" clId="{79E365E8-22BC-4EC2-9606-9A9AC6CD1D22}" dt="2025-11-20T14:11:45.501" v="3566" actId="1076"/>
          <ac:spMkLst>
            <pc:docMk/>
            <pc:sldMk cId="406580661" sldId="286"/>
            <ac:spMk id="5" creationId="{70346AF7-2EF1-3620-DDC0-3FB0A4344A61}"/>
          </ac:spMkLst>
        </pc:spChg>
        <pc:spChg chg="add mod">
          <ac:chgData name="Jean-Yves Vuillequez" userId="e7fac481abea6bd0" providerId="LiveId" clId="{79E365E8-22BC-4EC2-9606-9A9AC6CD1D22}" dt="2025-11-20T16:50:18.376" v="4801" actId="20577"/>
          <ac:spMkLst>
            <pc:docMk/>
            <pc:sldMk cId="406580661" sldId="286"/>
            <ac:spMk id="6" creationId="{EECDC86C-FCEE-561B-5E32-81BAAA77D281}"/>
          </ac:spMkLst>
        </pc:spChg>
        <pc:spChg chg="add mod">
          <ac:chgData name="Jean-Yves Vuillequez" userId="e7fac481abea6bd0" providerId="LiveId" clId="{79E365E8-22BC-4EC2-9606-9A9AC6CD1D22}" dt="2025-11-20T16:49:28.425" v="4780" actId="1076"/>
          <ac:spMkLst>
            <pc:docMk/>
            <pc:sldMk cId="406580661" sldId="286"/>
            <ac:spMk id="7" creationId="{5B604FB2-0DB7-F88D-245F-B97935413119}"/>
          </ac:spMkLst>
        </pc:spChg>
        <pc:spChg chg="add mod">
          <ac:chgData name="Jean-Yves Vuillequez" userId="e7fac481abea6bd0" providerId="LiveId" clId="{79E365E8-22BC-4EC2-9606-9A9AC6CD1D22}" dt="2025-11-20T16:44:44.754" v="4747" actId="207"/>
          <ac:spMkLst>
            <pc:docMk/>
            <pc:sldMk cId="406580661" sldId="286"/>
            <ac:spMk id="8" creationId="{9642715D-CAE4-8BA3-47DD-C9EF6EBB8572}"/>
          </ac:spMkLst>
        </pc:spChg>
        <pc:spChg chg="add mod">
          <ac:chgData name="Jean-Yves Vuillequez" userId="e7fac481abea6bd0" providerId="LiveId" clId="{79E365E8-22BC-4EC2-9606-9A9AC6CD1D22}" dt="2025-11-20T14:16:41.205" v="3597" actId="20577"/>
          <ac:spMkLst>
            <pc:docMk/>
            <pc:sldMk cId="406580661" sldId="286"/>
            <ac:spMk id="9" creationId="{C0AFC55C-7B26-1A33-6493-F9AF2D0F07CD}"/>
          </ac:spMkLst>
        </pc:spChg>
        <pc:spChg chg="add mod ord">
          <ac:chgData name="Jean-Yves Vuillequez" userId="e7fac481abea6bd0" providerId="LiveId" clId="{79E365E8-22BC-4EC2-9606-9A9AC6CD1D22}" dt="2025-11-20T14:11:57.466" v="3568" actId="571"/>
          <ac:spMkLst>
            <pc:docMk/>
            <pc:sldMk cId="406580661" sldId="286"/>
            <ac:spMk id="12" creationId="{C022C94F-050F-AB01-28C1-2AD03599D414}"/>
          </ac:spMkLst>
        </pc:spChg>
        <pc:spChg chg="add mod">
          <ac:chgData name="Jean-Yves Vuillequez" userId="e7fac481abea6bd0" providerId="LiveId" clId="{79E365E8-22BC-4EC2-9606-9A9AC6CD1D22}" dt="2025-11-20T16:48:03.372" v="4774" actId="20577"/>
          <ac:spMkLst>
            <pc:docMk/>
            <pc:sldMk cId="406580661" sldId="286"/>
            <ac:spMk id="14" creationId="{2FD38D0D-A22A-3A3C-C242-55050E7F3342}"/>
          </ac:spMkLst>
        </pc:spChg>
        <pc:spChg chg="add del mod">
          <ac:chgData name="Jean-Yves Vuillequez" userId="e7fac481abea6bd0" providerId="LiveId" clId="{79E365E8-22BC-4EC2-9606-9A9AC6CD1D22}" dt="2025-11-20T14:03:53.338" v="3494" actId="478"/>
          <ac:spMkLst>
            <pc:docMk/>
            <pc:sldMk cId="406580661" sldId="286"/>
            <ac:spMk id="16" creationId="{6C932EAC-9D77-E1AF-F55B-093700CC66D4}"/>
          </ac:spMkLst>
        </pc:spChg>
        <pc:spChg chg="mod topLvl">
          <ac:chgData name="Jean-Yves Vuillequez" userId="e7fac481abea6bd0" providerId="LiveId" clId="{79E365E8-22BC-4EC2-9606-9A9AC6CD1D22}" dt="2025-11-20T16:49:21.820" v="4776" actId="164"/>
          <ac:spMkLst>
            <pc:docMk/>
            <pc:sldMk cId="406580661" sldId="286"/>
            <ac:spMk id="18" creationId="{C17A729F-F9AB-A73C-CEFD-D87C2948A123}"/>
          </ac:spMkLst>
        </pc:spChg>
        <pc:spChg chg="del mod topLvl">
          <ac:chgData name="Jean-Yves Vuillequez" userId="e7fac481abea6bd0" providerId="LiveId" clId="{79E365E8-22BC-4EC2-9606-9A9AC6CD1D22}" dt="2025-11-20T14:07:59.184" v="3530" actId="478"/>
          <ac:spMkLst>
            <pc:docMk/>
            <pc:sldMk cId="406580661" sldId="286"/>
            <ac:spMk id="22" creationId="{3C237379-DB54-8C10-5CAB-555068513234}"/>
          </ac:spMkLst>
        </pc:spChg>
        <pc:spChg chg="del mod">
          <ac:chgData name="Jean-Yves Vuillequez" userId="e7fac481abea6bd0" providerId="LiveId" clId="{79E365E8-22BC-4EC2-9606-9A9AC6CD1D22}" dt="2025-11-20T14:07:31.884" v="3523" actId="478"/>
          <ac:spMkLst>
            <pc:docMk/>
            <pc:sldMk cId="406580661" sldId="286"/>
            <ac:spMk id="23" creationId="{B47EAD84-AD9B-69B1-236A-47036056634B}"/>
          </ac:spMkLst>
        </pc:spChg>
        <pc:spChg chg="del mod topLvl">
          <ac:chgData name="Jean-Yves Vuillequez" userId="e7fac481abea6bd0" providerId="LiveId" clId="{79E365E8-22BC-4EC2-9606-9A9AC6CD1D22}" dt="2025-11-20T14:07:45.858" v="3527" actId="478"/>
          <ac:spMkLst>
            <pc:docMk/>
            <pc:sldMk cId="406580661" sldId="286"/>
            <ac:spMk id="24" creationId="{F6770A64-7D4D-1ECC-B886-45CA1F497506}"/>
          </ac:spMkLst>
        </pc:spChg>
        <pc:spChg chg="del mod">
          <ac:chgData name="Jean-Yves Vuillequez" userId="e7fac481abea6bd0" providerId="LiveId" clId="{79E365E8-22BC-4EC2-9606-9A9AC6CD1D22}" dt="2025-11-20T14:07:29.951" v="3522" actId="478"/>
          <ac:spMkLst>
            <pc:docMk/>
            <pc:sldMk cId="406580661" sldId="286"/>
            <ac:spMk id="25" creationId="{06845810-55AC-B052-A363-9E68AD714724}"/>
          </ac:spMkLst>
        </pc:spChg>
        <pc:spChg chg="del mod">
          <ac:chgData name="Jean-Yves Vuillequez" userId="e7fac481abea6bd0" providerId="LiveId" clId="{79E365E8-22BC-4EC2-9606-9A9AC6CD1D22}" dt="2025-11-20T14:07:44.250" v="3526" actId="478"/>
          <ac:spMkLst>
            <pc:docMk/>
            <pc:sldMk cId="406580661" sldId="286"/>
            <ac:spMk id="26" creationId="{FB54BC18-1E4C-BCAB-65BA-0197B56CA834}"/>
          </ac:spMkLst>
        </pc:spChg>
        <pc:spChg chg="del mod">
          <ac:chgData name="Jean-Yves Vuillequez" userId="e7fac481abea6bd0" providerId="LiveId" clId="{79E365E8-22BC-4EC2-9606-9A9AC6CD1D22}" dt="2025-11-20T14:07:25.451" v="3519" actId="478"/>
          <ac:spMkLst>
            <pc:docMk/>
            <pc:sldMk cId="406580661" sldId="286"/>
            <ac:spMk id="27" creationId="{05D4FFA8-0742-EAD3-AC74-6A6B84E3C2E4}"/>
          </ac:spMkLst>
        </pc:spChg>
        <pc:spChg chg="del mod">
          <ac:chgData name="Jean-Yves Vuillequez" userId="e7fac481abea6bd0" providerId="LiveId" clId="{79E365E8-22BC-4EC2-9606-9A9AC6CD1D22}" dt="2025-11-20T14:07:36.804" v="3525" actId="478"/>
          <ac:spMkLst>
            <pc:docMk/>
            <pc:sldMk cId="406580661" sldId="286"/>
            <ac:spMk id="28" creationId="{DA1524FB-7977-208A-1263-DE47D7C4A3BF}"/>
          </ac:spMkLst>
        </pc:spChg>
        <pc:spChg chg="add mod">
          <ac:chgData name="Jean-Yves Vuillequez" userId="e7fac481abea6bd0" providerId="LiveId" clId="{79E365E8-22BC-4EC2-9606-9A9AC6CD1D22}" dt="2025-11-20T16:49:21.820" v="4776" actId="164"/>
          <ac:spMkLst>
            <pc:docMk/>
            <pc:sldMk cId="406580661" sldId="286"/>
            <ac:spMk id="30" creationId="{717391EF-3678-1116-53EE-765DF8F95C9C}"/>
          </ac:spMkLst>
        </pc:spChg>
        <pc:spChg chg="add del">
          <ac:chgData name="Jean-Yves Vuillequez" userId="e7fac481abea6bd0" providerId="LiveId" clId="{79E365E8-22BC-4EC2-9606-9A9AC6CD1D22}" dt="2025-11-20T14:09:26.668" v="3554" actId="11529"/>
          <ac:spMkLst>
            <pc:docMk/>
            <pc:sldMk cId="406580661" sldId="286"/>
            <ac:spMk id="31" creationId="{8E993513-E9EE-97FE-01CC-D7CE0C32AA22}"/>
          </ac:spMkLst>
        </pc:spChg>
        <pc:spChg chg="add del mod">
          <ac:chgData name="Jean-Yves Vuillequez" userId="e7fac481abea6bd0" providerId="LiveId" clId="{79E365E8-22BC-4EC2-9606-9A9AC6CD1D22}" dt="2025-11-20T14:10:04.564" v="3558" actId="478"/>
          <ac:spMkLst>
            <pc:docMk/>
            <pc:sldMk cId="406580661" sldId="286"/>
            <ac:spMk id="32" creationId="{8A84BA34-DB32-0874-81E3-B2EAE91679B2}"/>
          </ac:spMkLst>
        </pc:spChg>
        <pc:spChg chg="add mod">
          <ac:chgData name="Jean-Yves Vuillequez" userId="e7fac481abea6bd0" providerId="LiveId" clId="{79E365E8-22BC-4EC2-9606-9A9AC6CD1D22}" dt="2025-11-20T14:11:57.466" v="3568" actId="571"/>
          <ac:spMkLst>
            <pc:docMk/>
            <pc:sldMk cId="406580661" sldId="286"/>
            <ac:spMk id="33" creationId="{5A657496-ACF4-9152-D94A-2B3CCFB10F4B}"/>
          </ac:spMkLst>
        </pc:spChg>
        <pc:spChg chg="add mod">
          <ac:chgData name="Jean-Yves Vuillequez" userId="e7fac481abea6bd0" providerId="LiveId" clId="{79E365E8-22BC-4EC2-9606-9A9AC6CD1D22}" dt="2025-11-20T14:12:07.214" v="3570" actId="571"/>
          <ac:spMkLst>
            <pc:docMk/>
            <pc:sldMk cId="406580661" sldId="286"/>
            <ac:spMk id="34" creationId="{B926B066-217E-DF27-208E-E40B46814C20}"/>
          </ac:spMkLst>
        </pc:spChg>
        <pc:spChg chg="mod topLvl">
          <ac:chgData name="Jean-Yves Vuillequez" userId="e7fac481abea6bd0" providerId="LiveId" clId="{79E365E8-22BC-4EC2-9606-9A9AC6CD1D22}" dt="2025-11-20T16:49:15.530" v="4775" actId="164"/>
          <ac:spMkLst>
            <pc:docMk/>
            <pc:sldMk cId="406580661" sldId="286"/>
            <ac:spMk id="36" creationId="{D67E0D0C-C631-6E3B-A20F-F6A59723BAE6}"/>
          </ac:spMkLst>
        </pc:spChg>
        <pc:spChg chg="add del mod">
          <ac:chgData name="Jean-Yves Vuillequez" userId="e7fac481abea6bd0" providerId="LiveId" clId="{79E365E8-22BC-4EC2-9606-9A9AC6CD1D22}" dt="2025-11-20T14:17:51.203" v="3622" actId="478"/>
          <ac:spMkLst>
            <pc:docMk/>
            <pc:sldMk cId="406580661" sldId="286"/>
            <ac:spMk id="41" creationId="{CE995EDC-F144-32C4-0F9B-B06D60A0C5CC}"/>
          </ac:spMkLst>
        </pc:spChg>
        <pc:spChg chg="add mod">
          <ac:chgData name="Jean-Yves Vuillequez" userId="e7fac481abea6bd0" providerId="LiveId" clId="{79E365E8-22BC-4EC2-9606-9A9AC6CD1D22}" dt="2025-11-20T16:46:47.881" v="4766" actId="1038"/>
          <ac:spMkLst>
            <pc:docMk/>
            <pc:sldMk cId="406580661" sldId="286"/>
            <ac:spMk id="43" creationId="{889E2712-F3EE-1CE7-817F-EE37ED7B2818}"/>
          </ac:spMkLst>
        </pc:spChg>
        <pc:spChg chg="add mod">
          <ac:chgData name="Jean-Yves Vuillequez" userId="e7fac481abea6bd0" providerId="LiveId" clId="{79E365E8-22BC-4EC2-9606-9A9AC6CD1D22}" dt="2025-11-20T14:31:58.077" v="3700" actId="1076"/>
          <ac:spMkLst>
            <pc:docMk/>
            <pc:sldMk cId="406580661" sldId="286"/>
            <ac:spMk id="44" creationId="{52DAE273-297D-B78E-8D7A-2AA631E57226}"/>
          </ac:spMkLst>
        </pc:spChg>
        <pc:spChg chg="del">
          <ac:chgData name="Jean-Yves Vuillequez" userId="e7fac481abea6bd0" providerId="LiveId" clId="{79E365E8-22BC-4EC2-9606-9A9AC6CD1D22}" dt="2025-11-19T15:03:54.191" v="140" actId="478"/>
          <ac:spMkLst>
            <pc:docMk/>
            <pc:sldMk cId="406580661" sldId="286"/>
            <ac:spMk id="69" creationId="{2DFE67F9-5520-F4B8-B6C5-40C9605525B6}"/>
          </ac:spMkLst>
        </pc:spChg>
        <pc:spChg chg="mod">
          <ac:chgData name="Jean-Yves Vuillequez" userId="e7fac481abea6bd0" providerId="LiveId" clId="{79E365E8-22BC-4EC2-9606-9A9AC6CD1D22}" dt="2025-11-20T08:33:31.466" v="346" actId="113"/>
          <ac:spMkLst>
            <pc:docMk/>
            <pc:sldMk cId="406580661" sldId="286"/>
            <ac:spMk id="70" creationId="{6C332C7A-0C1B-7002-DD8F-E4EB26F3199D}"/>
          </ac:spMkLst>
        </pc:spChg>
        <pc:spChg chg="del mod">
          <ac:chgData name="Jean-Yves Vuillequez" userId="e7fac481abea6bd0" providerId="LiveId" clId="{79E365E8-22BC-4EC2-9606-9A9AC6CD1D22}" dt="2025-11-19T15:04:08.497" v="142" actId="478"/>
          <ac:spMkLst>
            <pc:docMk/>
            <pc:sldMk cId="406580661" sldId="286"/>
            <ac:spMk id="73" creationId="{1362DE8B-B008-E6AB-C9CD-6095A12B8D39}"/>
          </ac:spMkLst>
        </pc:spChg>
        <pc:spChg chg="del mod">
          <ac:chgData name="Jean-Yves Vuillequez" userId="e7fac481abea6bd0" providerId="LiveId" clId="{79E365E8-22BC-4EC2-9606-9A9AC6CD1D22}" dt="2025-11-19T15:03:54.191" v="140" actId="478"/>
          <ac:spMkLst>
            <pc:docMk/>
            <pc:sldMk cId="406580661" sldId="286"/>
            <ac:spMk id="74" creationId="{594EF5A4-95A8-DB9E-307C-92C5044EEF3F}"/>
          </ac:spMkLst>
        </pc:spChg>
        <pc:spChg chg="del mod">
          <ac:chgData name="Jean-Yves Vuillequez" userId="e7fac481abea6bd0" providerId="LiveId" clId="{79E365E8-22BC-4EC2-9606-9A9AC6CD1D22}" dt="2025-11-19T15:03:57.484" v="141" actId="478"/>
          <ac:spMkLst>
            <pc:docMk/>
            <pc:sldMk cId="406580661" sldId="286"/>
            <ac:spMk id="75" creationId="{2DA76B5D-5507-C433-3A50-BA24AFDD5759}"/>
          </ac:spMkLst>
        </pc:spChg>
        <pc:spChg chg="del mod">
          <ac:chgData name="Jean-Yves Vuillequez" userId="e7fac481abea6bd0" providerId="LiveId" clId="{79E365E8-22BC-4EC2-9606-9A9AC6CD1D22}" dt="2025-11-19T15:03:57.484" v="141" actId="478"/>
          <ac:spMkLst>
            <pc:docMk/>
            <pc:sldMk cId="406580661" sldId="286"/>
            <ac:spMk id="76" creationId="{0D0BEA13-407D-BB40-EDD4-89543044A7D8}"/>
          </ac:spMkLst>
        </pc:spChg>
        <pc:spChg chg="del mod">
          <ac:chgData name="Jean-Yves Vuillequez" userId="e7fac481abea6bd0" providerId="LiveId" clId="{79E365E8-22BC-4EC2-9606-9A9AC6CD1D22}" dt="2025-11-19T15:03:57.484" v="141" actId="478"/>
          <ac:spMkLst>
            <pc:docMk/>
            <pc:sldMk cId="406580661" sldId="286"/>
            <ac:spMk id="77" creationId="{4B2D55FD-E6CB-F70B-1A6D-C59E9EAB43E2}"/>
          </ac:spMkLst>
        </pc:spChg>
        <pc:spChg chg="del">
          <ac:chgData name="Jean-Yves Vuillequez" userId="e7fac481abea6bd0" providerId="LiveId" clId="{79E365E8-22BC-4EC2-9606-9A9AC6CD1D22}" dt="2025-11-19T10:59:15.865" v="69" actId="478"/>
          <ac:spMkLst>
            <pc:docMk/>
            <pc:sldMk cId="406580661" sldId="286"/>
            <ac:spMk id="78" creationId="{EE57DF56-19D6-5F9D-623C-FD197620AB38}"/>
          </ac:spMkLst>
        </pc:spChg>
        <pc:spChg chg="del">
          <ac:chgData name="Jean-Yves Vuillequez" userId="e7fac481abea6bd0" providerId="LiveId" clId="{79E365E8-22BC-4EC2-9606-9A9AC6CD1D22}" dt="2025-11-19T10:59:15.865" v="69" actId="478"/>
          <ac:spMkLst>
            <pc:docMk/>
            <pc:sldMk cId="406580661" sldId="286"/>
            <ac:spMk id="79" creationId="{9872CB08-4753-4C4E-189F-43C9459E961D}"/>
          </ac:spMkLst>
        </pc:spChg>
        <pc:grpChg chg="add mod">
          <ac:chgData name="Jean-Yves Vuillequez" userId="e7fac481abea6bd0" providerId="LiveId" clId="{79E365E8-22BC-4EC2-9606-9A9AC6CD1D22}" dt="2025-11-20T16:49:15.530" v="4775" actId="164"/>
          <ac:grpSpMkLst>
            <pc:docMk/>
            <pc:sldMk cId="406580661" sldId="286"/>
            <ac:grpSpMk id="2" creationId="{E67CEDCE-6321-C0A9-D055-67F795430912}"/>
          </ac:grpSpMkLst>
        </pc:grpChg>
        <pc:grpChg chg="add mod">
          <ac:chgData name="Jean-Yves Vuillequez" userId="e7fac481abea6bd0" providerId="LiveId" clId="{79E365E8-22BC-4EC2-9606-9A9AC6CD1D22}" dt="2025-11-20T16:49:30.082" v="4782" actId="1076"/>
          <ac:grpSpMkLst>
            <pc:docMk/>
            <pc:sldMk cId="406580661" sldId="286"/>
            <ac:grpSpMk id="4" creationId="{EED4DECD-AB82-3770-D867-F5E3DC0F46C6}"/>
          </ac:grpSpMkLst>
        </pc:grpChg>
        <pc:grpChg chg="add mod">
          <ac:chgData name="Jean-Yves Vuillequez" userId="e7fac481abea6bd0" providerId="LiveId" clId="{79E365E8-22BC-4EC2-9606-9A9AC6CD1D22}" dt="2025-11-20T16:49:24.665" v="4778" actId="1076"/>
          <ac:grpSpMkLst>
            <pc:docMk/>
            <pc:sldMk cId="406580661" sldId="286"/>
            <ac:grpSpMk id="13" creationId="{4F2C3D66-D0D7-A86C-2848-AD50FAA4BBE5}"/>
          </ac:grpSpMkLst>
        </pc:grpChg>
        <pc:grpChg chg="add del mod">
          <ac:chgData name="Jean-Yves Vuillequez" userId="e7fac481abea6bd0" providerId="LiveId" clId="{79E365E8-22BC-4EC2-9606-9A9AC6CD1D22}" dt="2025-11-20T14:08:40.025" v="3548" actId="478"/>
          <ac:grpSpMkLst>
            <pc:docMk/>
            <pc:sldMk cId="406580661" sldId="286"/>
            <ac:grpSpMk id="17" creationId="{A75639C7-A161-9010-1A57-516F484DDF41}"/>
          </ac:grpSpMkLst>
        </pc:grpChg>
        <pc:grpChg chg="add del mod">
          <ac:chgData name="Jean-Yves Vuillequez" userId="e7fac481abea6bd0" providerId="LiveId" clId="{79E365E8-22BC-4EC2-9606-9A9AC6CD1D22}" dt="2025-11-20T14:07:45.858" v="3527" actId="478"/>
          <ac:grpSpMkLst>
            <pc:docMk/>
            <pc:sldMk cId="406580661" sldId="286"/>
            <ac:grpSpMk id="21" creationId="{D137CC4A-1BC1-13D8-B50C-BDE5B5C85CE5}"/>
          </ac:grpSpMkLst>
        </pc:grpChg>
        <pc:grpChg chg="add del mod">
          <ac:chgData name="Jean-Yves Vuillequez" userId="e7fac481abea6bd0" providerId="LiveId" clId="{79E365E8-22BC-4EC2-9606-9A9AC6CD1D22}" dt="2025-11-20T14:14:24.512" v="3577" actId="478"/>
          <ac:grpSpMkLst>
            <pc:docMk/>
            <pc:sldMk cId="406580661" sldId="286"/>
            <ac:grpSpMk id="35" creationId="{9B6C21F3-0FA7-F4E0-3CAF-C19A7A77268D}"/>
          </ac:grpSpMkLst>
        </pc:grpChg>
        <pc:graphicFrameChg chg="add del modGraphic">
          <ac:chgData name="Jean-Yves Vuillequez" userId="e7fac481abea6bd0" providerId="LiveId" clId="{79E365E8-22BC-4EC2-9606-9A9AC6CD1D22}" dt="2025-11-20T14:07:22.432" v="3518" actId="18245"/>
          <ac:graphicFrameMkLst>
            <pc:docMk/>
            <pc:sldMk cId="406580661" sldId="286"/>
            <ac:graphicFrameMk id="20" creationId="{2EEA1452-7AF3-2AA3-7598-A22D894268FF}"/>
          </ac:graphicFrameMkLst>
        </pc:graphicFrameChg>
        <pc:picChg chg="add mod">
          <ac:chgData name="Jean-Yves Vuillequez" userId="e7fac481abea6bd0" providerId="LiveId" clId="{79E365E8-22BC-4EC2-9606-9A9AC6CD1D22}" dt="2025-11-20T14:11:57.466" v="3568" actId="571"/>
          <ac:picMkLst>
            <pc:docMk/>
            <pc:sldMk cId="406580661" sldId="286"/>
            <ac:picMk id="11" creationId="{2D31D0A9-EF5E-70FA-7828-1FD6A1E4CECA}"/>
          </ac:picMkLst>
        </pc:picChg>
        <pc:picChg chg="del mod topLvl">
          <ac:chgData name="Jean-Yves Vuillequez" userId="e7fac481abea6bd0" providerId="LiveId" clId="{79E365E8-22BC-4EC2-9606-9A9AC6CD1D22}" dt="2025-11-20T14:08:40.025" v="3548" actId="478"/>
          <ac:picMkLst>
            <pc:docMk/>
            <pc:sldMk cId="406580661" sldId="286"/>
            <ac:picMk id="19" creationId="{51BBA295-1140-90F8-E017-CD3D8FC5AC2B}"/>
          </ac:picMkLst>
        </pc:picChg>
        <pc:picChg chg="del mod topLvl">
          <ac:chgData name="Jean-Yves Vuillequez" userId="e7fac481abea6bd0" providerId="LiveId" clId="{79E365E8-22BC-4EC2-9606-9A9AC6CD1D22}" dt="2025-11-20T14:14:24.512" v="3577" actId="478"/>
          <ac:picMkLst>
            <pc:docMk/>
            <pc:sldMk cId="406580661" sldId="286"/>
            <ac:picMk id="37" creationId="{219EC28F-CF2E-48FA-DA4A-699411DA710D}"/>
          </ac:picMkLst>
        </pc:picChg>
        <pc:picChg chg="add mod">
          <ac:chgData name="Jean-Yves Vuillequez" userId="e7fac481abea6bd0" providerId="LiveId" clId="{79E365E8-22BC-4EC2-9606-9A9AC6CD1D22}" dt="2025-11-20T16:49:15.530" v="4775" actId="164"/>
          <ac:picMkLst>
            <pc:docMk/>
            <pc:sldMk cId="406580661" sldId="286"/>
            <ac:picMk id="39" creationId="{9A15F92F-8AF9-9A60-52D8-D7970DAB78E9}"/>
          </ac:picMkLst>
        </pc:picChg>
      </pc:sldChg>
      <pc:sldChg chg="addSp delSp modSp add mod ord modAnim">
        <pc:chgData name="Jean-Yves Vuillequez" userId="e7fac481abea6bd0" providerId="LiveId" clId="{79E365E8-22BC-4EC2-9606-9A9AC6CD1D22}" dt="2025-11-20T16:47:57.291" v="4768"/>
        <pc:sldMkLst>
          <pc:docMk/>
          <pc:sldMk cId="3647836335" sldId="287"/>
        </pc:sldMkLst>
        <pc:spChg chg="mod">
          <ac:chgData name="Jean-Yves Vuillequez" userId="e7fac481abea6bd0" providerId="LiveId" clId="{79E365E8-22BC-4EC2-9606-9A9AC6CD1D22}" dt="2025-11-20T14:32:47.453" v="3730" actId="1076"/>
          <ac:spMkLst>
            <pc:docMk/>
            <pc:sldMk cId="3647836335" sldId="287"/>
            <ac:spMk id="4" creationId="{A5620247-49B7-3C5A-F47B-760300A2EB3C}"/>
          </ac:spMkLst>
        </pc:spChg>
        <pc:spChg chg="add del mod">
          <ac:chgData name="Jean-Yves Vuillequez" userId="e7fac481abea6bd0" providerId="LiveId" clId="{79E365E8-22BC-4EC2-9606-9A9AC6CD1D22}" dt="2025-11-20T14:43:08.155" v="3878" actId="478"/>
          <ac:spMkLst>
            <pc:docMk/>
            <pc:sldMk cId="3647836335" sldId="287"/>
            <ac:spMk id="5" creationId="{8D8F0222-1744-4F54-34A6-B8CF15FEFB60}"/>
          </ac:spMkLst>
        </pc:spChg>
        <pc:spChg chg="add mod">
          <ac:chgData name="Jean-Yves Vuillequez" userId="e7fac481abea6bd0" providerId="LiveId" clId="{79E365E8-22BC-4EC2-9606-9A9AC6CD1D22}" dt="2025-11-20T14:42:08.372" v="3851" actId="1076"/>
          <ac:spMkLst>
            <pc:docMk/>
            <pc:sldMk cId="3647836335" sldId="287"/>
            <ac:spMk id="6" creationId="{29FB1499-A171-6144-AABD-0D25B6F5E06F}"/>
          </ac:spMkLst>
        </pc:spChg>
        <pc:spChg chg="add mod">
          <ac:chgData name="Jean-Yves Vuillequez" userId="e7fac481abea6bd0" providerId="LiveId" clId="{79E365E8-22BC-4EC2-9606-9A9AC6CD1D22}" dt="2025-11-20T15:39:16.378" v="4055" actId="113"/>
          <ac:spMkLst>
            <pc:docMk/>
            <pc:sldMk cId="3647836335" sldId="287"/>
            <ac:spMk id="7" creationId="{FE1AD29E-F0C4-AB85-1B97-2B116EDF3685}"/>
          </ac:spMkLst>
        </pc:spChg>
        <pc:spChg chg="add mod">
          <ac:chgData name="Jean-Yves Vuillequez" userId="e7fac481abea6bd0" providerId="LiveId" clId="{79E365E8-22BC-4EC2-9606-9A9AC6CD1D22}" dt="2025-11-20T14:43:12.633" v="3879" actId="1076"/>
          <ac:spMkLst>
            <pc:docMk/>
            <pc:sldMk cId="3647836335" sldId="287"/>
            <ac:spMk id="8" creationId="{FFAA5FC3-4442-F0CD-2CEC-F6B1FFBCF1F2}"/>
          </ac:spMkLst>
        </pc:spChg>
        <pc:spChg chg="add mod">
          <ac:chgData name="Jean-Yves Vuillequez" userId="e7fac481abea6bd0" providerId="LiveId" clId="{79E365E8-22BC-4EC2-9606-9A9AC6CD1D22}" dt="2025-11-20T14:45:13.576" v="3930" actId="20577"/>
          <ac:spMkLst>
            <pc:docMk/>
            <pc:sldMk cId="3647836335" sldId="287"/>
            <ac:spMk id="9" creationId="{F61F0C2E-13CA-D614-0867-5C215EF2BD6C}"/>
          </ac:spMkLst>
        </pc:spChg>
        <pc:spChg chg="add mod ord">
          <ac:chgData name="Jean-Yves Vuillequez" userId="e7fac481abea6bd0" providerId="LiveId" clId="{79E365E8-22BC-4EC2-9606-9A9AC6CD1D22}" dt="2025-11-20T14:40:08.325" v="3828" actId="164"/>
          <ac:spMkLst>
            <pc:docMk/>
            <pc:sldMk cId="3647836335" sldId="287"/>
            <ac:spMk id="10" creationId="{1501C6C6-00E9-8CE8-0E69-6C28FB515B04}"/>
          </ac:spMkLst>
        </pc:spChg>
        <pc:spChg chg="mod topLvl">
          <ac:chgData name="Jean-Yves Vuillequez" userId="e7fac481abea6bd0" providerId="LiveId" clId="{79E365E8-22BC-4EC2-9606-9A9AC6CD1D22}" dt="2025-11-20T14:43:12.633" v="3879" actId="1076"/>
          <ac:spMkLst>
            <pc:docMk/>
            <pc:sldMk cId="3647836335" sldId="287"/>
            <ac:spMk id="13" creationId="{3D2BBABE-A770-A1E0-2F9F-A99485CCB407}"/>
          </ac:spMkLst>
        </pc:spChg>
        <pc:spChg chg="mod">
          <ac:chgData name="Jean-Yves Vuillequez" userId="e7fac481abea6bd0" providerId="LiveId" clId="{79E365E8-22BC-4EC2-9606-9A9AC6CD1D22}" dt="2025-11-20T08:33:33.444" v="347" actId="108"/>
          <ac:spMkLst>
            <pc:docMk/>
            <pc:sldMk cId="3647836335" sldId="287"/>
            <ac:spMk id="70" creationId="{1CDDF2B5-8696-D966-7AE7-2D1548853B07}"/>
          </ac:spMkLst>
        </pc:spChg>
        <pc:grpChg chg="add mod">
          <ac:chgData name="Jean-Yves Vuillequez" userId="e7fac481abea6bd0" providerId="LiveId" clId="{79E365E8-22BC-4EC2-9606-9A9AC6CD1D22}" dt="2025-11-20T14:42:26.465" v="3877" actId="1038"/>
          <ac:grpSpMkLst>
            <pc:docMk/>
            <pc:sldMk cId="3647836335" sldId="287"/>
            <ac:grpSpMk id="11" creationId="{5108A918-E4C6-F9A2-4BF9-64DD15B4F141}"/>
          </ac:grpSpMkLst>
        </pc:grpChg>
        <pc:grpChg chg="add del mod">
          <ac:chgData name="Jean-Yves Vuillequez" userId="e7fac481abea6bd0" providerId="LiveId" clId="{79E365E8-22BC-4EC2-9606-9A9AC6CD1D22}" dt="2025-11-20T14:40:38.972" v="3834" actId="478"/>
          <ac:grpSpMkLst>
            <pc:docMk/>
            <pc:sldMk cId="3647836335" sldId="287"/>
            <ac:grpSpMk id="12" creationId="{14D10F5B-33B7-6B9D-D368-3586D7599FDE}"/>
          </ac:grpSpMkLst>
        </pc:grpChg>
        <pc:picChg chg="add del mod ord modCrop">
          <ac:chgData name="Jean-Yves Vuillequez" userId="e7fac481abea6bd0" providerId="LiveId" clId="{79E365E8-22BC-4EC2-9606-9A9AC6CD1D22}" dt="2025-11-20T14:40:08.325" v="3828" actId="164"/>
          <ac:picMkLst>
            <pc:docMk/>
            <pc:sldMk cId="3647836335" sldId="287"/>
            <ac:picMk id="3" creationId="{6A545F97-3B88-9E33-8963-86A0AF9F20D2}"/>
          </ac:picMkLst>
        </pc:picChg>
        <pc:picChg chg="del mod topLvl">
          <ac:chgData name="Jean-Yves Vuillequez" userId="e7fac481abea6bd0" providerId="LiveId" clId="{79E365E8-22BC-4EC2-9606-9A9AC6CD1D22}" dt="2025-11-20T14:40:38.972" v="3834" actId="478"/>
          <ac:picMkLst>
            <pc:docMk/>
            <pc:sldMk cId="3647836335" sldId="287"/>
            <ac:picMk id="14" creationId="{CBFA22F7-AA26-C039-5D33-945B7985A040}"/>
          </ac:picMkLst>
        </pc:picChg>
        <pc:picChg chg="add del mod">
          <ac:chgData name="Jean-Yves Vuillequez" userId="e7fac481abea6bd0" providerId="LiveId" clId="{79E365E8-22BC-4EC2-9606-9A9AC6CD1D22}" dt="2025-11-20T14:31:03.610" v="3682" actId="478"/>
          <ac:picMkLst>
            <pc:docMk/>
            <pc:sldMk cId="3647836335" sldId="287"/>
            <ac:picMk id="1026" creationId="{6F81C0BB-D0DD-2C53-349F-BD0A043D48A6}"/>
          </ac:picMkLst>
        </pc:picChg>
      </pc:sldChg>
      <pc:sldChg chg="add del">
        <pc:chgData name="Jean-Yves Vuillequez" userId="e7fac481abea6bd0" providerId="LiveId" clId="{79E365E8-22BC-4EC2-9606-9A9AC6CD1D22}" dt="2025-11-19T18:14:09.212" v="197"/>
        <pc:sldMkLst>
          <pc:docMk/>
          <pc:sldMk cId="919858653" sldId="288"/>
        </pc:sldMkLst>
      </pc:sldChg>
      <pc:sldChg chg="add del">
        <pc:chgData name="Jean-Yves Vuillequez" userId="e7fac481abea6bd0" providerId="LiveId" clId="{79E365E8-22BC-4EC2-9606-9A9AC6CD1D22}" dt="2025-11-20T16:28:21.698" v="4730"/>
        <pc:sldMkLst>
          <pc:docMk/>
          <pc:sldMk cId="3650049617" sldId="288"/>
        </pc:sldMkLst>
      </pc:sldChg>
      <pc:sldChg chg="addSp delSp modSp add del mod">
        <pc:chgData name="Jean-Yves Vuillequez" userId="e7fac481abea6bd0" providerId="LiveId" clId="{79E365E8-22BC-4EC2-9606-9A9AC6CD1D22}" dt="2025-11-20T16:28:18.080" v="4728" actId="47"/>
        <pc:sldMkLst>
          <pc:docMk/>
          <pc:sldMk cId="4156271710" sldId="288"/>
        </pc:sldMkLst>
        <pc:spChg chg="add del mod">
          <ac:chgData name="Jean-Yves Vuillequez" userId="e7fac481abea6bd0" providerId="LiveId" clId="{79E365E8-22BC-4EC2-9606-9A9AC6CD1D22}" dt="2025-11-20T15:42:52.526" v="4080" actId="478"/>
          <ac:spMkLst>
            <pc:docMk/>
            <pc:sldMk cId="4156271710" sldId="288"/>
            <ac:spMk id="3" creationId="{F54C33F5-001F-CBAC-920A-2747911ED0E6}"/>
          </ac:spMkLst>
        </pc:spChg>
        <pc:spChg chg="del">
          <ac:chgData name="Jean-Yves Vuillequez" userId="e7fac481abea6bd0" providerId="LiveId" clId="{79E365E8-22BC-4EC2-9606-9A9AC6CD1D22}" dt="2025-11-20T15:42:55.370" v="4081" actId="478"/>
          <ac:spMkLst>
            <pc:docMk/>
            <pc:sldMk cId="4156271710" sldId="288"/>
            <ac:spMk id="12" creationId="{740BA0CF-4FE4-694B-1E0A-549DC46AD2EB}"/>
          </ac:spMkLst>
        </pc:spChg>
        <pc:spChg chg="del mod">
          <ac:chgData name="Jean-Yves Vuillequez" userId="e7fac481abea6bd0" providerId="LiveId" clId="{79E365E8-22BC-4EC2-9606-9A9AC6CD1D22}" dt="2025-11-20T15:44:13.753" v="4094" actId="478"/>
          <ac:spMkLst>
            <pc:docMk/>
            <pc:sldMk cId="4156271710" sldId="288"/>
            <ac:spMk id="13" creationId="{8F7E0CE5-A523-1A49-46A7-9DF1818C9F76}"/>
          </ac:spMkLst>
        </pc:spChg>
        <pc:spChg chg="del">
          <ac:chgData name="Jean-Yves Vuillequez" userId="e7fac481abea6bd0" providerId="LiveId" clId="{79E365E8-22BC-4EC2-9606-9A9AC6CD1D22}" dt="2025-11-20T15:42:55.370" v="4081" actId="478"/>
          <ac:spMkLst>
            <pc:docMk/>
            <pc:sldMk cId="4156271710" sldId="288"/>
            <ac:spMk id="14" creationId="{54AFD23F-A289-A5AF-3AE9-C30CBA50B293}"/>
          </ac:spMkLst>
        </pc:spChg>
        <pc:spChg chg="mod">
          <ac:chgData name="Jean-Yves Vuillequez" userId="e7fac481abea6bd0" providerId="LiveId" clId="{79E365E8-22BC-4EC2-9606-9A9AC6CD1D22}" dt="2025-11-20T16:18:23.577" v="4695" actId="113"/>
          <ac:spMkLst>
            <pc:docMk/>
            <pc:sldMk cId="4156271710" sldId="288"/>
            <ac:spMk id="96" creationId="{9496F4BA-6570-B121-53B0-E4B792AFAF9D}"/>
          </ac:spMkLst>
        </pc:spChg>
        <pc:graphicFrameChg chg="add mod modGraphic">
          <ac:chgData name="Jean-Yves Vuillequez" userId="e7fac481abea6bd0" providerId="LiveId" clId="{79E365E8-22BC-4EC2-9606-9A9AC6CD1D22}" dt="2025-11-20T16:26:07.879" v="4723" actId="14734"/>
          <ac:graphicFrameMkLst>
            <pc:docMk/>
            <pc:sldMk cId="4156271710" sldId="288"/>
            <ac:graphicFrameMk id="2" creationId="{173634DA-7419-95BC-CFC9-038472A87DB1}"/>
          </ac:graphicFrameMkLst>
        </pc:graphicFrameChg>
        <pc:graphicFrameChg chg="del mod modGraphic">
          <ac:chgData name="Jean-Yves Vuillequez" userId="e7fac481abea6bd0" providerId="LiveId" clId="{79E365E8-22BC-4EC2-9606-9A9AC6CD1D22}" dt="2025-11-20T16:12:22.646" v="4635" actId="478"/>
          <ac:graphicFrameMkLst>
            <pc:docMk/>
            <pc:sldMk cId="4156271710" sldId="288"/>
            <ac:graphicFrameMk id="2" creationId="{5775F0AF-38B3-FEEF-E777-FA7976DF9346}"/>
          </ac:graphicFrameMkLst>
        </pc:graphicFrameChg>
        <pc:graphicFrameChg chg="add mod modGraphic">
          <ac:chgData name="Jean-Yves Vuillequez" userId="e7fac481abea6bd0" providerId="LiveId" clId="{79E365E8-22BC-4EC2-9606-9A9AC6CD1D22}" dt="2025-11-20T16:13:43.019" v="4689" actId="14734"/>
          <ac:graphicFrameMkLst>
            <pc:docMk/>
            <pc:sldMk cId="4156271710" sldId="288"/>
            <ac:graphicFrameMk id="4" creationId="{07C3DCC2-88A3-887C-E579-46BF990D0E4D}"/>
          </ac:graphicFrameMkLst>
        </pc:graphicFrameChg>
        <pc:picChg chg="add del mod">
          <ac:chgData name="Jean-Yves Vuillequez" userId="e7fac481abea6bd0" providerId="LiveId" clId="{79E365E8-22BC-4EC2-9606-9A9AC6CD1D22}" dt="2025-11-20T16:24:46.312" v="4699" actId="478"/>
          <ac:picMkLst>
            <pc:docMk/>
            <pc:sldMk cId="4156271710" sldId="288"/>
            <ac:picMk id="5" creationId="{E25DBDF2-8A16-91EA-1A5E-D3FF88A8B183}"/>
          </ac:picMkLst>
        </pc:picChg>
      </pc:sldChg>
      <pc:sldChg chg="addSp modSp add mod">
        <pc:chgData name="Jean-Yves Vuillequez" userId="e7fac481abea6bd0" providerId="LiveId" clId="{79E365E8-22BC-4EC2-9606-9A9AC6CD1D22}" dt="2025-11-20T14:45:35.008" v="3932" actId="1036"/>
        <pc:sldMkLst>
          <pc:docMk/>
          <pc:sldMk cId="2290935718" sldId="289"/>
        </pc:sldMkLst>
        <pc:spChg chg="mod">
          <ac:chgData name="Jean-Yves Vuillequez" userId="e7fac481abea6bd0" providerId="LiveId" clId="{79E365E8-22BC-4EC2-9606-9A9AC6CD1D22}" dt="2025-11-20T08:33:57.371" v="352" actId="113"/>
          <ac:spMkLst>
            <pc:docMk/>
            <pc:sldMk cId="2290935718" sldId="289"/>
            <ac:spMk id="2" creationId="{EBF06A3A-1FD1-62CC-FA82-868DA8F80F0D}"/>
          </ac:spMkLst>
        </pc:spChg>
        <pc:spChg chg="add mod">
          <ac:chgData name="Jean-Yves Vuillequez" userId="e7fac481abea6bd0" providerId="LiveId" clId="{79E365E8-22BC-4EC2-9606-9A9AC6CD1D22}" dt="2025-11-20T14:45:35.008" v="3932" actId="1036"/>
          <ac:spMkLst>
            <pc:docMk/>
            <pc:sldMk cId="2290935718" sldId="289"/>
            <ac:spMk id="3" creationId="{4C5F35B7-8579-8AC5-69D7-CBEC39A33F7E}"/>
          </ac:spMkLst>
        </pc:spChg>
        <pc:spChg chg="mod">
          <ac:chgData name="Jean-Yves Vuillequez" userId="e7fac481abea6bd0" providerId="LiveId" clId="{79E365E8-22BC-4EC2-9606-9A9AC6CD1D22}" dt="2025-11-20T08:33:54.226" v="351" actId="113"/>
          <ac:spMkLst>
            <pc:docMk/>
            <pc:sldMk cId="2290935718" sldId="289"/>
            <ac:spMk id="178" creationId="{834EF362-0DAC-26BA-DE49-3126B33E851C}"/>
          </ac:spMkLst>
        </pc:spChg>
      </pc:sldChg>
      <pc:sldChg chg="modSp add del">
        <pc:chgData name="Jean-Yves Vuillequez" userId="e7fac481abea6bd0" providerId="LiveId" clId="{79E365E8-22BC-4EC2-9606-9A9AC6CD1D22}" dt="2025-11-19T18:59:08.937" v="303" actId="47"/>
        <pc:sldMkLst>
          <pc:docMk/>
          <pc:sldMk cId="3738511160" sldId="290"/>
        </pc:sldMkLst>
        <pc:spChg chg="mod">
          <ac:chgData name="Jean-Yves Vuillequez" userId="e7fac481abea6bd0" providerId="LiveId" clId="{79E365E8-22BC-4EC2-9606-9A9AC6CD1D22}" dt="2025-11-19T18:59:02.352" v="301"/>
          <ac:spMkLst>
            <pc:docMk/>
            <pc:sldMk cId="3738511160" sldId="290"/>
            <ac:spMk id="70" creationId="{4B63368A-49D0-EF4C-D66D-6EEF2743BE0B}"/>
          </ac:spMkLst>
        </pc:spChg>
      </pc:sldChg>
      <pc:sldChg chg="addSp delSp modSp add mod">
        <pc:chgData name="Jean-Yves Vuillequez" userId="e7fac481abea6bd0" providerId="LiveId" clId="{79E365E8-22BC-4EC2-9606-9A9AC6CD1D22}" dt="2025-11-20T14:45:38.621" v="3933"/>
        <pc:sldMkLst>
          <pc:docMk/>
          <pc:sldMk cId="3332770" sldId="291"/>
        </pc:sldMkLst>
        <pc:spChg chg="mod">
          <ac:chgData name="Jean-Yves Vuillequez" userId="e7fac481abea6bd0" providerId="LiveId" clId="{79E365E8-22BC-4EC2-9606-9A9AC6CD1D22}" dt="2025-11-20T08:35:19.768" v="354" actId="113"/>
          <ac:spMkLst>
            <pc:docMk/>
            <pc:sldMk cId="3332770" sldId="291"/>
            <ac:spMk id="2" creationId="{010F41C2-7624-67DE-B008-1F392C11A870}"/>
          </ac:spMkLst>
        </pc:spChg>
        <pc:spChg chg="add mod">
          <ac:chgData name="Jean-Yves Vuillequez" userId="e7fac481abea6bd0" providerId="LiveId" clId="{79E365E8-22BC-4EC2-9606-9A9AC6CD1D22}" dt="2025-11-20T10:29:52.350" v="1653"/>
          <ac:spMkLst>
            <pc:docMk/>
            <pc:sldMk cId="3332770" sldId="291"/>
            <ac:spMk id="3" creationId="{4CE4F7BC-7633-613C-E54B-260F1EA040A9}"/>
          </ac:spMkLst>
        </pc:spChg>
        <pc:spChg chg="add mod">
          <ac:chgData name="Jean-Yves Vuillequez" userId="e7fac481abea6bd0" providerId="LiveId" clId="{79E365E8-22BC-4EC2-9606-9A9AC6CD1D22}" dt="2025-11-20T14:45:38.621" v="3933"/>
          <ac:spMkLst>
            <pc:docMk/>
            <pc:sldMk cId="3332770" sldId="291"/>
            <ac:spMk id="4" creationId="{AE6C0F5D-5C4B-4C9E-FDE6-2854D7F6D149}"/>
          </ac:spMkLst>
        </pc:spChg>
        <pc:spChg chg="mod">
          <ac:chgData name="Jean-Yves Vuillequez" userId="e7fac481abea6bd0" providerId="LiveId" clId="{79E365E8-22BC-4EC2-9606-9A9AC6CD1D22}" dt="2025-11-20T08:35:17.304" v="353" actId="113"/>
          <ac:spMkLst>
            <pc:docMk/>
            <pc:sldMk cId="3332770" sldId="291"/>
            <ac:spMk id="178" creationId="{1DE246AA-5B17-33A5-5EF2-125E8EA81EFC}"/>
          </ac:spMkLst>
        </pc:spChg>
        <pc:spChg chg="del mod">
          <ac:chgData name="Jean-Yves Vuillequez" userId="e7fac481abea6bd0" providerId="LiveId" clId="{79E365E8-22BC-4EC2-9606-9A9AC6CD1D22}" dt="2025-11-20T10:24:44.695" v="1443" actId="478"/>
          <ac:spMkLst>
            <pc:docMk/>
            <pc:sldMk cId="3332770" sldId="291"/>
            <ac:spMk id="181" creationId="{8D7506E9-F193-B7D8-1AC3-28B8647B8462}"/>
          </ac:spMkLst>
        </pc:spChg>
      </pc:sldChg>
      <pc:sldChg chg="addSp delSp modSp add mod ord delAnim modAnim modNotesTx">
        <pc:chgData name="Jean-Yves Vuillequez" userId="e7fac481abea6bd0" providerId="LiveId" clId="{79E365E8-22BC-4EC2-9606-9A9AC6CD1D22}" dt="2025-11-20T16:30:32.436" v="4739" actId="207"/>
        <pc:sldMkLst>
          <pc:docMk/>
          <pc:sldMk cId="3315518580" sldId="292"/>
        </pc:sldMkLst>
        <pc:spChg chg="add mod">
          <ac:chgData name="Jean-Yves Vuillequez" userId="e7fac481abea6bd0" providerId="LiveId" clId="{79E365E8-22BC-4EC2-9606-9A9AC6CD1D22}" dt="2025-11-20T15:04:30.018" v="3955" actId="403"/>
          <ac:spMkLst>
            <pc:docMk/>
            <pc:sldMk cId="3315518580" sldId="292"/>
            <ac:spMk id="2" creationId="{6010F8FA-C28E-A43A-D055-D8E240B71778}"/>
          </ac:spMkLst>
        </pc:spChg>
        <pc:spChg chg="add del mod">
          <ac:chgData name="Jean-Yves Vuillequez" userId="e7fac481abea6bd0" providerId="LiveId" clId="{79E365E8-22BC-4EC2-9606-9A9AC6CD1D22}" dt="2025-11-20T11:04:53.802" v="2138" actId="478"/>
          <ac:spMkLst>
            <pc:docMk/>
            <pc:sldMk cId="3315518580" sldId="292"/>
            <ac:spMk id="2" creationId="{7259BD82-4060-5439-0ED6-5BD7288B7E42}"/>
          </ac:spMkLst>
        </pc:spChg>
        <pc:spChg chg="add del mod">
          <ac:chgData name="Jean-Yves Vuillequez" userId="e7fac481abea6bd0" providerId="LiveId" clId="{79E365E8-22BC-4EC2-9606-9A9AC6CD1D22}" dt="2025-11-20T15:05:37.281" v="3956" actId="478"/>
          <ac:spMkLst>
            <pc:docMk/>
            <pc:sldMk cId="3315518580" sldId="292"/>
            <ac:spMk id="3" creationId="{58C7CB4A-9D41-2B2B-3342-5448FB603161}"/>
          </ac:spMkLst>
        </pc:spChg>
        <pc:spChg chg="del mod">
          <ac:chgData name="Jean-Yves Vuillequez" userId="e7fac481abea6bd0" providerId="LiveId" clId="{79E365E8-22BC-4EC2-9606-9A9AC6CD1D22}" dt="2025-11-20T15:06:38.647" v="3967" actId="478"/>
          <ac:spMkLst>
            <pc:docMk/>
            <pc:sldMk cId="3315518580" sldId="292"/>
            <ac:spMk id="4" creationId="{CDF36CC3-8438-C6F0-3E01-EC79EEB762E1}"/>
          </ac:spMkLst>
        </pc:spChg>
        <pc:spChg chg="add">
          <ac:chgData name="Jean-Yves Vuillequez" userId="e7fac481abea6bd0" providerId="LiveId" clId="{79E365E8-22BC-4EC2-9606-9A9AC6CD1D22}" dt="2025-11-20T15:03:44.399" v="3944"/>
          <ac:spMkLst>
            <pc:docMk/>
            <pc:sldMk cId="3315518580" sldId="292"/>
            <ac:spMk id="5" creationId="{C510938D-3C4B-90E8-2CDD-C27A537026B9}"/>
          </ac:spMkLst>
        </pc:spChg>
        <pc:spChg chg="add mod">
          <ac:chgData name="Jean-Yves Vuillequez" userId="e7fac481abea6bd0" providerId="LiveId" clId="{79E365E8-22BC-4EC2-9606-9A9AC6CD1D22}" dt="2025-11-20T15:15:34.139" v="4044" actId="1076"/>
          <ac:spMkLst>
            <pc:docMk/>
            <pc:sldMk cId="3315518580" sldId="292"/>
            <ac:spMk id="6" creationId="{0E35907B-6989-788E-7DC3-A17A61D93F25}"/>
          </ac:spMkLst>
        </pc:spChg>
        <pc:spChg chg="add del mod">
          <ac:chgData name="Jean-Yves Vuillequez" userId="e7fac481abea6bd0" providerId="LiveId" clId="{79E365E8-22BC-4EC2-9606-9A9AC6CD1D22}" dt="2025-11-20T15:06:43.755" v="3968" actId="478"/>
          <ac:spMkLst>
            <pc:docMk/>
            <pc:sldMk cId="3315518580" sldId="292"/>
            <ac:spMk id="8" creationId="{A886364E-1017-D5CA-17FB-D8B8C16382D8}"/>
          </ac:spMkLst>
        </pc:spChg>
        <pc:spChg chg="add mod ord">
          <ac:chgData name="Jean-Yves Vuillequez" userId="e7fac481abea6bd0" providerId="LiveId" clId="{79E365E8-22BC-4EC2-9606-9A9AC6CD1D22}" dt="2025-11-20T16:30:32.436" v="4739" actId="207"/>
          <ac:spMkLst>
            <pc:docMk/>
            <pc:sldMk cId="3315518580" sldId="292"/>
            <ac:spMk id="9" creationId="{B6EC7C46-975B-FBFB-4AEA-EBA9F7AF7291}"/>
          </ac:spMkLst>
        </pc:spChg>
        <pc:spChg chg="mod topLvl">
          <ac:chgData name="Jean-Yves Vuillequez" userId="e7fac481abea6bd0" providerId="LiveId" clId="{79E365E8-22BC-4EC2-9606-9A9AC6CD1D22}" dt="2025-11-20T15:12:24.584" v="3988" actId="478"/>
          <ac:spMkLst>
            <pc:docMk/>
            <pc:sldMk cId="3315518580" sldId="292"/>
            <ac:spMk id="11" creationId="{0363B15A-A0C9-C3C8-63BB-CDD69C135FDC}"/>
          </ac:spMkLst>
        </pc:spChg>
        <pc:spChg chg="add mod">
          <ac:chgData name="Jean-Yves Vuillequez" userId="e7fac481abea6bd0" providerId="LiveId" clId="{79E365E8-22BC-4EC2-9606-9A9AC6CD1D22}" dt="2025-11-20T15:14:00.013" v="4004" actId="571"/>
          <ac:spMkLst>
            <pc:docMk/>
            <pc:sldMk cId="3315518580" sldId="292"/>
            <ac:spMk id="15" creationId="{B6BC862B-D336-EF9F-B52C-1377736430CA}"/>
          </ac:spMkLst>
        </pc:spChg>
        <pc:spChg chg="add mod">
          <ac:chgData name="Jean-Yves Vuillequez" userId="e7fac481abea6bd0" providerId="LiveId" clId="{79E365E8-22BC-4EC2-9606-9A9AC6CD1D22}" dt="2025-11-20T16:30:25.093" v="4738" actId="208"/>
          <ac:spMkLst>
            <pc:docMk/>
            <pc:sldMk cId="3315518580" sldId="292"/>
            <ac:spMk id="16" creationId="{5F896893-885B-D70B-25B5-CAABE54E0893}"/>
          </ac:spMkLst>
        </pc:spChg>
        <pc:spChg chg="mod">
          <ac:chgData name="Jean-Yves Vuillequez" userId="e7fac481abea6bd0" providerId="LiveId" clId="{79E365E8-22BC-4EC2-9606-9A9AC6CD1D22}" dt="2025-11-20T08:35:26.468" v="355" actId="113"/>
          <ac:spMkLst>
            <pc:docMk/>
            <pc:sldMk cId="3315518580" sldId="292"/>
            <ac:spMk id="70" creationId="{C70766F9-707C-9B0E-5A17-F03AA1792E9A}"/>
          </ac:spMkLst>
        </pc:spChg>
        <pc:grpChg chg="add del mod">
          <ac:chgData name="Jean-Yves Vuillequez" userId="e7fac481abea6bd0" providerId="LiveId" clId="{79E365E8-22BC-4EC2-9606-9A9AC6CD1D22}" dt="2025-11-20T15:12:24.584" v="3988" actId="478"/>
          <ac:grpSpMkLst>
            <pc:docMk/>
            <pc:sldMk cId="3315518580" sldId="292"/>
            <ac:grpSpMk id="10" creationId="{2EE0588F-279B-4A7B-CE56-4AB87368B0E6}"/>
          </ac:grpSpMkLst>
        </pc:grpChg>
        <pc:picChg chg="del mod topLvl">
          <ac:chgData name="Jean-Yves Vuillequez" userId="e7fac481abea6bd0" providerId="LiveId" clId="{79E365E8-22BC-4EC2-9606-9A9AC6CD1D22}" dt="2025-11-20T15:12:24.584" v="3988" actId="478"/>
          <ac:picMkLst>
            <pc:docMk/>
            <pc:sldMk cId="3315518580" sldId="292"/>
            <ac:picMk id="12" creationId="{53E4A8FE-12C3-8F56-40E1-7C0F82EF5CE6}"/>
          </ac:picMkLst>
        </pc:picChg>
        <pc:picChg chg="add mod">
          <ac:chgData name="Jean-Yves Vuillequez" userId="e7fac481abea6bd0" providerId="LiveId" clId="{79E365E8-22BC-4EC2-9606-9A9AC6CD1D22}" dt="2025-11-20T15:12:42.291" v="3996" actId="1076"/>
          <ac:picMkLst>
            <pc:docMk/>
            <pc:sldMk cId="3315518580" sldId="292"/>
            <ac:picMk id="14" creationId="{D2D4CD58-268F-2BAD-F9AA-0A0C8A5BE5A7}"/>
          </ac:picMkLst>
        </pc:picChg>
      </pc:sldChg>
      <pc:sldChg chg="addSp delSp modSp add mod">
        <pc:chgData name="Jean-Yves Vuillequez" userId="e7fac481abea6bd0" providerId="LiveId" clId="{79E365E8-22BC-4EC2-9606-9A9AC6CD1D22}" dt="2025-11-20T13:25:30.949" v="3239" actId="1076"/>
        <pc:sldMkLst>
          <pc:docMk/>
          <pc:sldMk cId="1155304805" sldId="293"/>
        </pc:sldMkLst>
        <pc:spChg chg="mod">
          <ac:chgData name="Jean-Yves Vuillequez" userId="e7fac481abea6bd0" providerId="LiveId" clId="{79E365E8-22BC-4EC2-9606-9A9AC6CD1D22}" dt="2025-11-20T13:25:30.949" v="3239" actId="1076"/>
          <ac:spMkLst>
            <pc:docMk/>
            <pc:sldMk cId="1155304805" sldId="293"/>
            <ac:spMk id="2" creationId="{1563EBE9-16C3-6238-4969-9E03C7CCE61D}"/>
          </ac:spMkLst>
        </pc:spChg>
        <pc:spChg chg="mod">
          <ac:chgData name="Jean-Yves Vuillequez" userId="e7fac481abea6bd0" providerId="LiveId" clId="{79E365E8-22BC-4EC2-9606-9A9AC6CD1D22}" dt="2025-11-20T13:16:47.610" v="3140" actId="14100"/>
          <ac:spMkLst>
            <pc:docMk/>
            <pc:sldMk cId="1155304805" sldId="293"/>
            <ac:spMk id="22" creationId="{3D391DBE-8CF2-EE5C-2F68-B5607E178464}"/>
          </ac:spMkLst>
        </pc:spChg>
        <pc:spChg chg="mod">
          <ac:chgData name="Jean-Yves Vuillequez" userId="e7fac481abea6bd0" providerId="LiveId" clId="{79E365E8-22BC-4EC2-9606-9A9AC6CD1D22}" dt="2025-11-20T13:16:55.175" v="3142" actId="20577"/>
          <ac:spMkLst>
            <pc:docMk/>
            <pc:sldMk cId="1155304805" sldId="293"/>
            <ac:spMk id="27" creationId="{042A2A8D-6005-1889-1403-BC666FC81A37}"/>
          </ac:spMkLst>
        </pc:spChg>
        <pc:spChg chg="mod">
          <ac:chgData name="Jean-Yves Vuillequez" userId="e7fac481abea6bd0" providerId="LiveId" clId="{79E365E8-22BC-4EC2-9606-9A9AC6CD1D22}" dt="2025-11-20T13:21:37.603" v="3220" actId="313"/>
          <ac:spMkLst>
            <pc:docMk/>
            <pc:sldMk cId="1155304805" sldId="293"/>
            <ac:spMk id="29" creationId="{3BB7EFC0-9C01-A997-BF13-4D5D3052106F}"/>
          </ac:spMkLst>
        </pc:spChg>
        <pc:spChg chg="mod">
          <ac:chgData name="Jean-Yves Vuillequez" userId="e7fac481abea6bd0" providerId="LiveId" clId="{79E365E8-22BC-4EC2-9606-9A9AC6CD1D22}" dt="2025-11-20T13:21:36.093" v="3219" actId="313"/>
          <ac:spMkLst>
            <pc:docMk/>
            <pc:sldMk cId="1155304805" sldId="293"/>
            <ac:spMk id="32" creationId="{7F99F4F7-0E68-E50D-5D32-4D713CC22797}"/>
          </ac:spMkLst>
        </pc:spChg>
        <pc:picChg chg="add del mod">
          <ac:chgData name="Jean-Yves Vuillequez" userId="e7fac481abea6bd0" providerId="LiveId" clId="{79E365E8-22BC-4EC2-9606-9A9AC6CD1D22}" dt="2025-11-20T13:17:32.132" v="3147" actId="478"/>
          <ac:picMkLst>
            <pc:docMk/>
            <pc:sldMk cId="1155304805" sldId="293"/>
            <ac:picMk id="4" creationId="{36C1F654-2CEE-E31C-95BA-31F62FC4CDCF}"/>
          </ac:picMkLst>
        </pc:picChg>
        <pc:picChg chg="add del mod">
          <ac:chgData name="Jean-Yves Vuillequez" userId="e7fac481abea6bd0" providerId="LiveId" clId="{79E365E8-22BC-4EC2-9606-9A9AC6CD1D22}" dt="2025-11-20T13:18:00.027" v="3153" actId="478"/>
          <ac:picMkLst>
            <pc:docMk/>
            <pc:sldMk cId="1155304805" sldId="293"/>
            <ac:picMk id="7" creationId="{49E48C19-93C5-CFB0-CFF4-150E5294188A}"/>
          </ac:picMkLst>
        </pc:picChg>
        <pc:picChg chg="add mod ord">
          <ac:chgData name="Jean-Yves Vuillequez" userId="e7fac481abea6bd0" providerId="LiveId" clId="{79E365E8-22BC-4EC2-9606-9A9AC6CD1D22}" dt="2025-11-20T13:18:54.190" v="3161" actId="1076"/>
          <ac:picMkLst>
            <pc:docMk/>
            <pc:sldMk cId="1155304805" sldId="293"/>
            <ac:picMk id="9" creationId="{84681BDA-D142-18E1-2191-03DE1F6FB8FA}"/>
          </ac:picMkLst>
        </pc:picChg>
        <pc:picChg chg="add mod">
          <ac:chgData name="Jean-Yves Vuillequez" userId="e7fac481abea6bd0" providerId="LiveId" clId="{79E365E8-22BC-4EC2-9606-9A9AC6CD1D22}" dt="2025-11-20T13:20:33.258" v="3167" actId="14100"/>
          <ac:picMkLst>
            <pc:docMk/>
            <pc:sldMk cId="1155304805" sldId="293"/>
            <ac:picMk id="14" creationId="{3B30B44E-DD21-0F7B-C83D-DEE95BA87D7D}"/>
          </ac:picMkLst>
        </pc:picChg>
        <pc:picChg chg="add mod">
          <ac:chgData name="Jean-Yves Vuillequez" userId="e7fac481abea6bd0" providerId="LiveId" clId="{79E365E8-22BC-4EC2-9606-9A9AC6CD1D22}" dt="2025-11-20T13:23:14.504" v="3231" actId="1076"/>
          <ac:picMkLst>
            <pc:docMk/>
            <pc:sldMk cId="1155304805" sldId="293"/>
            <ac:picMk id="17" creationId="{7BF05D77-BCB9-287C-3507-C65413D051DE}"/>
          </ac:picMkLst>
        </pc:picChg>
        <pc:picChg chg="add mod">
          <ac:chgData name="Jean-Yves Vuillequez" userId="e7fac481abea6bd0" providerId="LiveId" clId="{79E365E8-22BC-4EC2-9606-9A9AC6CD1D22}" dt="2025-11-20T13:25:16.756" v="3238" actId="1076"/>
          <ac:picMkLst>
            <pc:docMk/>
            <pc:sldMk cId="1155304805" sldId="293"/>
            <ac:picMk id="19" creationId="{47669945-4311-8D2F-8244-227CB848DB30}"/>
          </ac:picMkLst>
        </pc:picChg>
        <pc:picChg chg="del mod">
          <ac:chgData name="Jean-Yves Vuillequez" userId="e7fac481abea6bd0" providerId="LiveId" clId="{79E365E8-22BC-4EC2-9606-9A9AC6CD1D22}" dt="2025-11-20T13:16:33.661" v="3108" actId="478"/>
          <ac:picMkLst>
            <pc:docMk/>
            <pc:sldMk cId="1155304805" sldId="293"/>
            <ac:picMk id="24" creationId="{578D533D-4FAD-0F5D-DCFE-5888DF5D5256}"/>
          </ac:picMkLst>
        </pc:picChg>
        <pc:picChg chg="del">
          <ac:chgData name="Jean-Yves Vuillequez" userId="e7fac481abea6bd0" providerId="LiveId" clId="{79E365E8-22BC-4EC2-9606-9A9AC6CD1D22}" dt="2025-11-20T13:16:33.661" v="3108" actId="478"/>
          <ac:picMkLst>
            <pc:docMk/>
            <pc:sldMk cId="1155304805" sldId="293"/>
            <ac:picMk id="26" creationId="{7A80205B-455A-41F5-A7F0-3EE2C0D01BE3}"/>
          </ac:picMkLst>
        </pc:picChg>
        <pc:picChg chg="del">
          <ac:chgData name="Jean-Yves Vuillequez" userId="e7fac481abea6bd0" providerId="LiveId" clId="{79E365E8-22BC-4EC2-9606-9A9AC6CD1D22}" dt="2025-11-20T13:16:33.661" v="3108" actId="478"/>
          <ac:picMkLst>
            <pc:docMk/>
            <pc:sldMk cId="1155304805" sldId="293"/>
            <ac:picMk id="31" creationId="{CE35D7BC-D1EA-2A0E-729A-95E5CBE9EF63}"/>
          </ac:picMkLst>
        </pc:picChg>
        <pc:picChg chg="del">
          <ac:chgData name="Jean-Yves Vuillequez" userId="e7fac481abea6bd0" providerId="LiveId" clId="{79E365E8-22BC-4EC2-9606-9A9AC6CD1D22}" dt="2025-11-20T13:16:33.661" v="3108" actId="478"/>
          <ac:picMkLst>
            <pc:docMk/>
            <pc:sldMk cId="1155304805" sldId="293"/>
            <ac:picMk id="34" creationId="{B969A3D5-D60C-779A-557D-97AECC7C5017}"/>
          </ac:picMkLst>
        </pc:picChg>
      </pc:sldChg>
      <pc:sldChg chg="modSp add del mod">
        <pc:chgData name="Jean-Yves Vuillequez" userId="e7fac481abea6bd0" providerId="LiveId" clId="{79E365E8-22BC-4EC2-9606-9A9AC6CD1D22}" dt="2025-11-20T16:04:19.173" v="4514" actId="47"/>
        <pc:sldMkLst>
          <pc:docMk/>
          <pc:sldMk cId="2917870942" sldId="294"/>
        </pc:sldMkLst>
        <pc:spChg chg="mod">
          <ac:chgData name="Jean-Yves Vuillequez" userId="e7fac481abea6bd0" providerId="LiveId" clId="{79E365E8-22BC-4EC2-9606-9A9AC6CD1D22}" dt="2025-11-20T16:04:10.438" v="4513" actId="20577"/>
          <ac:spMkLst>
            <pc:docMk/>
            <pc:sldMk cId="2917870942" sldId="294"/>
            <ac:spMk id="70" creationId="{B59C9D11-77CC-CBCA-D2BE-FD1CB6ED9BAC}"/>
          </ac:spMkLst>
        </pc:spChg>
      </pc:sldChg>
      <pc:sldChg chg="modSp add mod">
        <pc:chgData name="Jean-Yves Vuillequez" userId="e7fac481abea6bd0" providerId="LiveId" clId="{79E365E8-22BC-4EC2-9606-9A9AC6CD1D22}" dt="2025-11-20T16:41:47.501" v="4741" actId="113"/>
        <pc:sldMkLst>
          <pc:docMk/>
          <pc:sldMk cId="4010613788" sldId="294"/>
        </pc:sldMkLst>
        <pc:spChg chg="mod">
          <ac:chgData name="Jean-Yves Vuillequez" userId="e7fac481abea6bd0" providerId="LiveId" clId="{79E365E8-22BC-4EC2-9606-9A9AC6CD1D22}" dt="2025-11-20T16:41:47.501" v="4741" actId="113"/>
          <ac:spMkLst>
            <pc:docMk/>
            <pc:sldMk cId="4010613788" sldId="294"/>
            <ac:spMk id="96" creationId="{A01AE6FF-5294-F6EC-FB0D-D63D7D63D71C}"/>
          </ac:spMkLst>
        </pc:spChg>
      </pc:sldChg>
      <pc:sldChg chg="modSp add mod">
        <pc:chgData name="Jean-Yves Vuillequez" userId="e7fac481abea6bd0" providerId="LiveId" clId="{79E365E8-22BC-4EC2-9606-9A9AC6CD1D22}" dt="2025-11-20T16:41:51.642" v="4742" actId="113"/>
        <pc:sldMkLst>
          <pc:docMk/>
          <pc:sldMk cId="2817282669" sldId="295"/>
        </pc:sldMkLst>
        <pc:spChg chg="mod">
          <ac:chgData name="Jean-Yves Vuillequez" userId="e7fac481abea6bd0" providerId="LiveId" clId="{79E365E8-22BC-4EC2-9606-9A9AC6CD1D22}" dt="2025-11-20T16:41:51.642" v="4742" actId="113"/>
          <ac:spMkLst>
            <pc:docMk/>
            <pc:sldMk cId="2817282669" sldId="295"/>
            <ac:spMk id="96" creationId="{3BC85E95-4F59-55B9-B380-6FD61AF2CA9D}"/>
          </ac:spMkLst>
        </pc:spChg>
        <pc:graphicFrameChg chg="mod modGraphic">
          <ac:chgData name="Jean-Yves Vuillequez" userId="e7fac481abea6bd0" providerId="LiveId" clId="{79E365E8-22BC-4EC2-9606-9A9AC6CD1D22}" dt="2025-11-20T16:28:31.299" v="4732" actId="2164"/>
          <ac:graphicFrameMkLst>
            <pc:docMk/>
            <pc:sldMk cId="2817282669" sldId="295"/>
            <ac:graphicFrameMk id="2" creationId="{6B59FC8E-B1AF-6E01-CC30-CE12D63DD2F8}"/>
          </ac:graphicFrameMkLst>
        </pc:graphicFrameChg>
      </pc:sldChg>
      <pc:sldChg chg="modSp add mod">
        <pc:chgData name="Jean-Yves Vuillequez" userId="e7fac481abea6bd0" providerId="LiveId" clId="{79E365E8-22BC-4EC2-9606-9A9AC6CD1D22}" dt="2025-11-20T16:41:57.627" v="4743" actId="113"/>
        <pc:sldMkLst>
          <pc:docMk/>
          <pc:sldMk cId="2552402859" sldId="296"/>
        </pc:sldMkLst>
        <pc:spChg chg="mod">
          <ac:chgData name="Jean-Yves Vuillequez" userId="e7fac481abea6bd0" providerId="LiveId" clId="{79E365E8-22BC-4EC2-9606-9A9AC6CD1D22}" dt="2025-11-20T16:41:57.627" v="4743" actId="113"/>
          <ac:spMkLst>
            <pc:docMk/>
            <pc:sldMk cId="2552402859" sldId="296"/>
            <ac:spMk id="96" creationId="{CBB00398-E180-1580-BB88-2943694B8528}"/>
          </ac:spMkLst>
        </pc:spChg>
        <pc:graphicFrameChg chg="mod modGraphic">
          <ac:chgData name="Jean-Yves Vuillequez" userId="e7fac481abea6bd0" providerId="LiveId" clId="{79E365E8-22BC-4EC2-9606-9A9AC6CD1D22}" dt="2025-11-20T16:29:44.257" v="4737" actId="14100"/>
          <ac:graphicFrameMkLst>
            <pc:docMk/>
            <pc:sldMk cId="2552402859" sldId="296"/>
            <ac:graphicFrameMk id="2" creationId="{946331AE-73F0-28FF-B3AA-2EEF9B3307F6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7af7a6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1A4785B2-8F17-33C3-0864-3BD612B20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0781B227-E974-82F2-3989-A9DC4A9E9E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>
            <a:extLst>
              <a:ext uri="{FF2B5EF4-FFF2-40B4-BE49-F238E27FC236}">
                <a16:creationId xmlns:a16="http://schemas.microsoft.com/office/drawing/2014/main" id="{6D115578-447D-6633-C283-FF03BB874D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12434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081D85CA-CBDD-86E6-B0B5-D1C585E88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B1ACCFF7-C67A-572A-6177-0C334A2946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>
            <a:extLst>
              <a:ext uri="{FF2B5EF4-FFF2-40B4-BE49-F238E27FC236}">
                <a16:creationId xmlns:a16="http://schemas.microsoft.com/office/drawing/2014/main" id="{0B9EFFA9-E1D4-49B5-8E0B-03E1822A93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fr-FR" sz="1100" dirty="0"/>
              <a:t>le solaire monte en puissance, mais reste très variable.</a:t>
            </a:r>
          </a:p>
          <a:p>
            <a:pPr marL="114300" indent="0">
              <a:buNone/>
            </a:pPr>
            <a:endParaRPr lang="fr-FR" sz="1100" dirty="0"/>
          </a:p>
          <a:p>
            <a:pPr marL="114300" indent="0">
              <a:buNone/>
            </a:pPr>
            <a:r>
              <a:rPr lang="fr-FR" sz="1100" dirty="0"/>
              <a:t>Rhône-Alpes est une région stratégique : densité urbaine + zones d'installation solaire en croissance </a:t>
            </a:r>
            <a:r>
              <a:rPr lang="fr-FR" sz="1100" dirty="0">
                <a:sym typeface="Wingdings" panose="05000000000000000000" pitchFamily="2" charset="2"/>
              </a:rPr>
              <a:t> </a:t>
            </a:r>
          </a:p>
          <a:p>
            <a:pPr marL="114300" indent="0">
              <a:buNone/>
            </a:pPr>
            <a:r>
              <a:rPr lang="fr-FR" sz="1100" dirty="0"/>
              <a:t>Première région en nombre d’installations photovoltaïques avec un marché résidentiel en forte expansion : +350 % en 2 ans (</a:t>
            </a:r>
          </a:p>
          <a:p>
            <a:pPr marL="114300" indent="0">
              <a:buNone/>
            </a:pPr>
            <a:r>
              <a:rPr lang="fr-FR" sz="1100" dirty="0"/>
              <a:t>Source : cf. https://www.auvergnerhonealpes-ee.fr/fileadmin/mediatheque_Cdr/Documents/ENR/Panorama_filiere_solaire_AURA_2024.pdf)</a:t>
            </a:r>
          </a:p>
          <a:p>
            <a:pPr marL="114300" indent="0">
              <a:buNone/>
            </a:pPr>
            <a:endParaRPr lang="fr-FR" sz="1100" dirty="0"/>
          </a:p>
          <a:p>
            <a:pPr marL="114300" indent="0">
              <a:buNone/>
            </a:pPr>
            <a:r>
              <a:rPr lang="fr-FR" sz="1100" dirty="0"/>
              <a:t>Le soleil varie fortement selon :</a:t>
            </a:r>
          </a:p>
          <a:p>
            <a:pPr marL="114300" indent="0">
              <a:buNone/>
            </a:pPr>
            <a:r>
              <a:rPr lang="fr-FR" sz="1100" dirty="0"/>
              <a:t>couverture nuageuse,</a:t>
            </a:r>
          </a:p>
          <a:p>
            <a:pPr marL="114300" indent="0">
              <a:buNone/>
            </a:pPr>
            <a:r>
              <a:rPr lang="fr-FR" sz="1100" dirty="0"/>
              <a:t>conditions atmosphériques</a:t>
            </a:r>
          </a:p>
          <a:p>
            <a:pPr marL="114300" indent="0">
              <a:buNone/>
            </a:pPr>
            <a:endParaRPr lang="fr-FR" sz="1100" dirty="0"/>
          </a:p>
          <a:p>
            <a:pPr marL="114300" indent="0">
              <a:buNone/>
            </a:pPr>
            <a:r>
              <a:rPr lang="fr-FR" sz="1100" dirty="0"/>
              <a:t>La conséquence → incertitude quotidienne sur la production, impact sur la distribution et la qualité du réseau.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Incertitude forte avec impact sur la distribution et la stabilité du réseau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Source : https://www.auvergnerhonealpes-ee.fr/fileadmin/mediatheque_Cdr/Documents/ENR/Panorama_filiere_solaire_AURA_2024.pdf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449520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601F1211-8719-8070-13C6-DFAABBD5A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>
            <a:extLst>
              <a:ext uri="{FF2B5EF4-FFF2-40B4-BE49-F238E27FC236}">
                <a16:creationId xmlns:a16="http://schemas.microsoft.com/office/drawing/2014/main" id="{24E1F0BF-E30D-AAB8-17C4-1E198C29A8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5:notes">
            <a:extLst>
              <a:ext uri="{FF2B5EF4-FFF2-40B4-BE49-F238E27FC236}">
                <a16:creationId xmlns:a16="http://schemas.microsoft.com/office/drawing/2014/main" id="{FAE7E81C-5300-A69F-6961-16DCBFE11F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fr-FR" b="0" dirty="0"/>
              <a:t>https://app.diagrams.net/?src=about#HSheikoh%2FREnergies_efficiency_prediction%2Fmain%2Fdiagrams%2Farchitecture.drawio#%7B%22pageId%22%3A%22bG0RTmb4xdSiPlx_l64v%22%7D</a:t>
            </a:r>
          </a:p>
          <a:p>
            <a:pPr marL="158750" indent="0">
              <a:buNone/>
            </a:pPr>
            <a:endParaRPr lang="fr-FR" b="1" dirty="0"/>
          </a:p>
          <a:p>
            <a:pPr marL="158750" indent="0">
              <a:buNone/>
            </a:pPr>
            <a:endParaRPr lang="fr-FR" b="1" dirty="0"/>
          </a:p>
          <a:p>
            <a:pPr marL="158750" indent="0">
              <a:buNone/>
            </a:pPr>
            <a:r>
              <a:rPr lang="fr-FR" b="1" dirty="0"/>
              <a:t>1. Collecte des données</a:t>
            </a:r>
          </a:p>
          <a:p>
            <a:pPr marL="158750" indent="0">
              <a:buNone/>
            </a:pPr>
            <a:r>
              <a:rPr lang="fr-FR" dirty="0"/>
              <a:t>Données météo </a:t>
            </a:r>
            <a:r>
              <a:rPr lang="fr-FR" dirty="0" err="1"/>
              <a:t>OpenWeather</a:t>
            </a:r>
            <a:r>
              <a:rPr lang="fr-FR" dirty="0"/>
              <a:t> (API)</a:t>
            </a:r>
          </a:p>
          <a:p>
            <a:pPr marL="158750" indent="0">
              <a:buNone/>
            </a:pPr>
            <a:r>
              <a:rPr lang="fr-FR" dirty="0"/>
              <a:t>Données satellite Landsat (USGS)</a:t>
            </a:r>
          </a:p>
          <a:p>
            <a:pPr marL="158750" indent="0">
              <a:buNone/>
            </a:pPr>
            <a:r>
              <a:rPr lang="fr-FR" dirty="0"/>
              <a:t>Historique RTE</a:t>
            </a:r>
          </a:p>
          <a:p>
            <a:pPr marL="158750" indent="0">
              <a:buNone/>
            </a:pPr>
            <a:r>
              <a:rPr lang="fr-FR" dirty="0"/>
              <a:t>Données solaires locales</a:t>
            </a:r>
          </a:p>
          <a:p>
            <a:pPr marL="158750" indent="0">
              <a:buNone/>
            </a:pPr>
            <a:endParaRPr lang="fr-FR" dirty="0"/>
          </a:p>
          <a:p>
            <a:pPr marL="158750" indent="0">
              <a:buNone/>
            </a:pPr>
            <a:r>
              <a:rPr lang="fr-FR" b="1" dirty="0"/>
              <a:t>2. Préparation &amp; nettoyage</a:t>
            </a:r>
          </a:p>
          <a:p>
            <a:pPr marL="158750" indent="0">
              <a:buNone/>
            </a:pPr>
            <a:r>
              <a:rPr lang="fr-FR" dirty="0"/>
              <a:t>Standardisation</a:t>
            </a:r>
          </a:p>
          <a:p>
            <a:pPr marL="158750" indent="0">
              <a:buNone/>
            </a:pPr>
            <a:r>
              <a:rPr lang="fr-FR" dirty="0"/>
              <a:t>Alignement temporel</a:t>
            </a:r>
          </a:p>
          <a:p>
            <a:pPr marL="158750" indent="0">
              <a:buNone/>
            </a:pPr>
            <a:r>
              <a:rPr lang="fr-FR" dirty="0"/>
              <a:t>Filtrage géographique Rhône-Alpes</a:t>
            </a:r>
          </a:p>
          <a:p>
            <a:pPr marL="158750" indent="0">
              <a:buNone/>
            </a:pPr>
            <a:r>
              <a:rPr lang="fr-FR" dirty="0"/>
              <a:t>Mise en qualité</a:t>
            </a:r>
          </a:p>
          <a:p>
            <a:pPr marL="158750" indent="0">
              <a:buNone/>
            </a:pPr>
            <a:endParaRPr lang="fr-FR" dirty="0"/>
          </a:p>
          <a:p>
            <a:pPr marL="158750" indent="0">
              <a:buNone/>
            </a:pPr>
            <a:r>
              <a:rPr lang="fr-FR" b="1" dirty="0"/>
              <a:t>3. Entraînement &amp; suivi du modèle</a:t>
            </a:r>
          </a:p>
          <a:p>
            <a:pPr marL="158750" indent="0">
              <a:buNone/>
            </a:pPr>
            <a:r>
              <a:rPr lang="fr-FR" dirty="0"/>
              <a:t>Entraînement local</a:t>
            </a:r>
          </a:p>
          <a:p>
            <a:pPr marL="158750" indent="0">
              <a:buNone/>
            </a:pPr>
            <a:r>
              <a:rPr lang="fr-FR" dirty="0"/>
              <a:t>Suivi via </a:t>
            </a:r>
            <a:r>
              <a:rPr lang="fr-FR" dirty="0" err="1"/>
              <a:t>MLflow</a:t>
            </a:r>
            <a:endParaRPr lang="fr-FR" dirty="0"/>
          </a:p>
          <a:p>
            <a:pPr marL="158750" indent="0">
              <a:buNone/>
            </a:pPr>
            <a:r>
              <a:rPr lang="fr-FR" dirty="0" err="1"/>
              <a:t>Versionning</a:t>
            </a:r>
            <a:r>
              <a:rPr lang="fr-FR" dirty="0"/>
              <a:t> dans Model </a:t>
            </a:r>
            <a:r>
              <a:rPr lang="fr-FR" dirty="0" err="1"/>
              <a:t>Registry</a:t>
            </a:r>
            <a:endParaRPr lang="fr-FR" dirty="0"/>
          </a:p>
          <a:p>
            <a:pPr marL="158750" indent="0">
              <a:buNone/>
            </a:pPr>
            <a:endParaRPr lang="fr-FR" dirty="0"/>
          </a:p>
          <a:p>
            <a:pPr marL="158750" indent="0">
              <a:buNone/>
            </a:pPr>
            <a:r>
              <a:rPr lang="fr-FR" b="1" dirty="0"/>
              <a:t>4. API &amp; Application</a:t>
            </a:r>
          </a:p>
          <a:p>
            <a:pPr marL="158750" indent="0">
              <a:buNone/>
            </a:pPr>
            <a:r>
              <a:rPr lang="fr-FR" dirty="0"/>
              <a:t>Modèle servi via une API</a:t>
            </a:r>
          </a:p>
          <a:p>
            <a:pPr marL="158750" indent="0">
              <a:buNone/>
            </a:pPr>
            <a:r>
              <a:rPr lang="fr-FR" dirty="0"/>
              <a:t>Dashboard </a:t>
            </a:r>
            <a:r>
              <a:rPr lang="fr-FR" dirty="0" err="1"/>
              <a:t>Streamlit</a:t>
            </a:r>
            <a:endParaRPr lang="fr-FR" dirty="0"/>
          </a:p>
          <a:p>
            <a:pPr marL="158750" indent="0">
              <a:buNone/>
            </a:pPr>
            <a:r>
              <a:rPr lang="fr-FR" dirty="0"/>
              <a:t>EDA + prévisions 7 jours accessibles à l’utilisateur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0619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>
              <a:buNone/>
            </a:pPr>
            <a:r>
              <a:rPr lang="fr-FR" sz="1100" dirty="0"/>
              <a:t>Axes de présentation </a:t>
            </a:r>
          </a:p>
          <a:p>
            <a:r>
              <a:rPr lang="fr-FR" sz="1100" dirty="0"/>
              <a:t>Comparaison évolution de la consommation</a:t>
            </a:r>
          </a:p>
          <a:p>
            <a:r>
              <a:rPr lang="fr-FR" sz="1100" dirty="0"/>
              <a:t>Pics de consommations (comportements similaires entre le national et le régional)</a:t>
            </a:r>
          </a:p>
          <a:p>
            <a:r>
              <a:rPr lang="fr-FR" sz="1100" dirty="0"/>
              <a:t>Mix énergétique : part de nucléaire au niveau national vs part des énergies renouvelables en AURA</a:t>
            </a:r>
          </a:p>
          <a:p>
            <a:r>
              <a:rPr lang="fr-FR" sz="1100" dirty="0"/>
              <a:t>Part des échanges : export et import au niveau national vs régional (AURA fortement exportatrice </a:t>
            </a:r>
            <a:r>
              <a:rPr lang="fr-FR" sz="1100" dirty="0">
                <a:sym typeface="Wingdings" panose="05000000000000000000" pitchFamily="2" charset="2"/>
              </a:rPr>
              <a:t> cf. part de l’hydro électrique)</a:t>
            </a:r>
            <a:endParaRPr lang="fr-FR" sz="1100" dirty="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DE5DB4A5-B02E-84E9-12AE-366CB529E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>
            <a:extLst>
              <a:ext uri="{FF2B5EF4-FFF2-40B4-BE49-F238E27FC236}">
                <a16:creationId xmlns:a16="http://schemas.microsoft.com/office/drawing/2014/main" id="{D0CF1FBA-65E4-12AD-59BE-E179D2B649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8:notes">
            <a:extLst>
              <a:ext uri="{FF2B5EF4-FFF2-40B4-BE49-F238E27FC236}">
                <a16:creationId xmlns:a16="http://schemas.microsoft.com/office/drawing/2014/main" id="{35B34F44-1F53-0DDC-ADB7-48E9F12263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>
              <a:buNone/>
            </a:pPr>
            <a:r>
              <a:rPr lang="fr-FR" sz="1100" dirty="0"/>
              <a:t>Axes de présentation </a:t>
            </a:r>
          </a:p>
          <a:p>
            <a:r>
              <a:rPr lang="fr-FR" sz="1100" dirty="0"/>
              <a:t>Comparaison évolution de la consommation</a:t>
            </a:r>
          </a:p>
          <a:p>
            <a:r>
              <a:rPr lang="fr-FR" sz="1100" dirty="0"/>
              <a:t>Pics de consommations (comportements similaires entre le national et le régional)</a:t>
            </a:r>
          </a:p>
          <a:p>
            <a:r>
              <a:rPr lang="fr-FR" sz="1100" dirty="0"/>
              <a:t>Mix énergétique : part de nucléaire au niveau national vs part des énergies renouvelables en AURA</a:t>
            </a:r>
          </a:p>
          <a:p>
            <a:r>
              <a:rPr lang="fr-FR" sz="1100" dirty="0"/>
              <a:t>Part des échanges : export et import au niveau national vs régional (AURA fortement exportatrice </a:t>
            </a:r>
            <a:r>
              <a:rPr lang="fr-FR" sz="1100" dirty="0">
                <a:sym typeface="Wingdings" panose="05000000000000000000" pitchFamily="2" charset="2"/>
              </a:rPr>
              <a:t> cf. part de l’hydro électrique)</a:t>
            </a:r>
            <a:endParaRPr lang="fr-FR" sz="1100" dirty="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73955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A44C09A2-3C59-433A-6EA4-18E5E3C98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>
            <a:extLst>
              <a:ext uri="{FF2B5EF4-FFF2-40B4-BE49-F238E27FC236}">
                <a16:creationId xmlns:a16="http://schemas.microsoft.com/office/drawing/2014/main" id="{C470FBF4-CF9E-6771-FC94-E6FEA7D066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8:notes">
            <a:extLst>
              <a:ext uri="{FF2B5EF4-FFF2-40B4-BE49-F238E27FC236}">
                <a16:creationId xmlns:a16="http://schemas.microsoft.com/office/drawing/2014/main" id="{3BAC5E97-E8AD-62FA-0CA0-869DF0CA26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10152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8422C4C4-ACE3-1D1D-6CE8-F4388EDA1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>
            <a:extLst>
              <a:ext uri="{FF2B5EF4-FFF2-40B4-BE49-F238E27FC236}">
                <a16:creationId xmlns:a16="http://schemas.microsoft.com/office/drawing/2014/main" id="{EDA65F32-2626-DA27-4EFA-F86C12B29A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8:notes">
            <a:extLst>
              <a:ext uri="{FF2B5EF4-FFF2-40B4-BE49-F238E27FC236}">
                <a16:creationId xmlns:a16="http://schemas.microsoft.com/office/drawing/2014/main" id="{5B160CE0-54E8-5F62-A7F9-C0C3C0BE0F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91417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85E50127-A3B0-46FB-F615-71F7C6F5F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0DF42E9D-780F-4C30-DC09-8120C0C56B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>
            <a:extLst>
              <a:ext uri="{FF2B5EF4-FFF2-40B4-BE49-F238E27FC236}">
                <a16:creationId xmlns:a16="http://schemas.microsoft.com/office/drawing/2014/main" id="{FC8C8838-4F83-A125-5A86-A5D759CF11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fr-FR" sz="1100" b="1" dirty="0"/>
              <a:t>Valeur immédiate :</a:t>
            </a:r>
          </a:p>
          <a:p>
            <a:pPr marL="114300" indent="0">
              <a:buNone/>
            </a:pPr>
            <a:r>
              <a:rPr lang="fr-FR" sz="1100" dirty="0"/>
              <a:t>Visibilité sur 3 jours → meilleure planification.</a:t>
            </a:r>
          </a:p>
          <a:p>
            <a:pPr marL="114300" indent="0">
              <a:buNone/>
            </a:pPr>
            <a:r>
              <a:rPr lang="fr-FR" sz="1100" dirty="0"/>
              <a:t>Anticipation des pics et baisses → réseau plus stable, délestage de l’hydro électrique au profit du solaire</a:t>
            </a:r>
          </a:p>
          <a:p>
            <a:pPr marL="114300" indent="0">
              <a:buNone/>
            </a:pPr>
            <a:r>
              <a:rPr lang="fr-FR" sz="1100" dirty="0"/>
              <a:t>Lecture régionale fine → priorisation des investissements ??</a:t>
            </a:r>
          </a:p>
          <a:p>
            <a:pPr marL="114300" indent="0">
              <a:buNone/>
            </a:pPr>
            <a:r>
              <a:rPr lang="fr-FR" sz="1100" dirty="0"/>
              <a:t>Outil d’aide à la décision clair et exploitable</a:t>
            </a:r>
          </a:p>
          <a:p>
            <a:endParaRPr lang="fr-FR" sz="1100" b="1" dirty="0"/>
          </a:p>
          <a:p>
            <a:pPr marL="114300" indent="0">
              <a:buNone/>
            </a:pPr>
            <a:r>
              <a:rPr lang="fr-FR" sz="1100" b="1" dirty="0"/>
              <a:t>Perspectives :</a:t>
            </a:r>
          </a:p>
          <a:p>
            <a:pPr marL="114300" indent="0">
              <a:buNone/>
            </a:pPr>
            <a:r>
              <a:rPr lang="fr-FR" sz="1100" dirty="0"/>
              <a:t>Passage en temps réel</a:t>
            </a:r>
          </a:p>
          <a:p>
            <a:pPr marL="114300" indent="0">
              <a:buNone/>
            </a:pPr>
            <a:r>
              <a:rPr lang="fr-FR" sz="1100" dirty="0"/>
              <a:t>Ajout de la prévision intra </a:t>
            </a:r>
            <a:r>
              <a:rPr lang="fr-FR" sz="1100" dirty="0" err="1"/>
              <a:t>day</a:t>
            </a:r>
            <a:r>
              <a:rPr lang="fr-FR" sz="1100" dirty="0"/>
              <a:t> (données de prod RTE disponibles à la demi heure)</a:t>
            </a:r>
          </a:p>
          <a:p>
            <a:pPr marL="114300" indent="0">
              <a:buNone/>
            </a:pPr>
            <a:r>
              <a:rPr lang="fr-FR" sz="1100" dirty="0"/>
              <a:t>Enrichissement par données satellitaires</a:t>
            </a:r>
          </a:p>
          <a:p>
            <a:endParaRPr lang="fr-F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417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A2A17C4A-7811-F8FB-393C-7F4C3C6D3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83FEA280-02EF-46EB-0B69-15B1DA0DC2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F956A9E6-7C2B-75B0-CA20-8D14F2C070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36139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F7CC36C7-11D0-8ADD-0BBF-ADF4FC60E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>
            <a:extLst>
              <a:ext uri="{FF2B5EF4-FFF2-40B4-BE49-F238E27FC236}">
                <a16:creationId xmlns:a16="http://schemas.microsoft.com/office/drawing/2014/main" id="{F8C541B7-831D-4518-0FB6-DDC6BE3678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5:notes">
            <a:extLst>
              <a:ext uri="{FF2B5EF4-FFF2-40B4-BE49-F238E27FC236}">
                <a16:creationId xmlns:a16="http://schemas.microsoft.com/office/drawing/2014/main" id="{3E1EB232-82F4-15BE-8BDF-5A53894E2A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7843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FE16497B-2484-EB5D-4AFF-0EE6C379E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>
            <a:extLst>
              <a:ext uri="{FF2B5EF4-FFF2-40B4-BE49-F238E27FC236}">
                <a16:creationId xmlns:a16="http://schemas.microsoft.com/office/drawing/2014/main" id="{18FCA2AD-CFA0-C37F-8971-CD8A2C0E40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5:notes">
            <a:extLst>
              <a:ext uri="{FF2B5EF4-FFF2-40B4-BE49-F238E27FC236}">
                <a16:creationId xmlns:a16="http://schemas.microsoft.com/office/drawing/2014/main" id="{C70A5F25-E78F-EC1B-9FFB-A878AEBD78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29620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87D078D1-2A3F-0DA7-5A85-C8E1BAE85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>
            <a:extLst>
              <a:ext uri="{FF2B5EF4-FFF2-40B4-BE49-F238E27FC236}">
                <a16:creationId xmlns:a16="http://schemas.microsoft.com/office/drawing/2014/main" id="{6C127E2B-7A52-00DD-B688-335EB1E07C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5:notes">
            <a:extLst>
              <a:ext uri="{FF2B5EF4-FFF2-40B4-BE49-F238E27FC236}">
                <a16:creationId xmlns:a16="http://schemas.microsoft.com/office/drawing/2014/main" id="{DF3A9133-13B1-F98B-09D0-39C0180956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87790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583FB797-51ED-429D-BC0E-259203E92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>
            <a:extLst>
              <a:ext uri="{FF2B5EF4-FFF2-40B4-BE49-F238E27FC236}">
                <a16:creationId xmlns:a16="http://schemas.microsoft.com/office/drawing/2014/main" id="{991DF715-0CB1-F533-20EE-5958E34FAF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5:notes">
            <a:extLst>
              <a:ext uri="{FF2B5EF4-FFF2-40B4-BE49-F238E27FC236}">
                <a16:creationId xmlns:a16="http://schemas.microsoft.com/office/drawing/2014/main" id="{EFEEF117-B5DF-FDDE-96F9-176F90EBCF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51572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9328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85729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534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28702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49026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2528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42620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98769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29430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62344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8435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409105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www.auvergnerhonealpes-ee.fr/fileadmin/mediatheque_Cdr/Documents/ENR/Panorama_filiere_solaire_AURA_2024.pdf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hyperlink" Target="https://renergies99-dashboard.hf.space/" TargetMode="Externa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hyperlink" Target="https://renergies99-dashboard.hf.space/" TargetMode="Externa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renergies99-api-renergy.hf.space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renergies99-mlflow.hf.space/" TargetMode="External"/><Relationship Id="rId5" Type="http://schemas.openxmlformats.org/officeDocument/2006/relationships/hyperlink" Target="https://renergies99-dashboard.hf.space/" TargetMode="External"/><Relationship Id="rId4" Type="http://schemas.openxmlformats.org/officeDocument/2006/relationships/hyperlink" Target="https://github.com/Sheikoh/REnergies_efficiency_prediction.git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gdc.noaa.gov/stp/space-weather/swpc-products/daily_reports/daypre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ngdc.noaa.gov/stp/space-weather/swpc-products/daily_reports/solar_geophysical_activity_summaries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openweathermap.org/api/one-call-3" TargetMode="External"/><Relationship Id="rId5" Type="http://schemas.openxmlformats.org/officeDocument/2006/relationships/hyperlink" Target="https://code.usgs.gov/eros-user-services/accessing_landsat_data" TargetMode="External"/><Relationship Id="rId4" Type="http://schemas.openxmlformats.org/officeDocument/2006/relationships/hyperlink" Target="https://www.rte-france.com/donnees-publications/eco2mix-donnees-temps-reel/telecharger-indicateurs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735474" y="1889984"/>
            <a:ext cx="8097441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Optimisation du mix énergétique</a:t>
            </a:r>
            <a:endParaRPr sz="40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735475" y="2786043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fr-FR" sz="25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br>
              <a:rPr lang="fr-FR" sz="25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fr-FR" sz="25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Prévision du taux de charge solaire en Rhône-Alpes</a:t>
            </a:r>
            <a:endParaRPr sz="2500" dirty="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/>
          <p:nvPr/>
        </p:nvSpPr>
        <p:spPr>
          <a:xfrm>
            <a:off x="5500" y="-17775"/>
            <a:ext cx="3335400" cy="51612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fr-FR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fr-FR" dirty="0"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fr-FR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Xxxxxxx</a:t>
            </a:r>
            <a:r>
              <a:rPr lang="fr-FR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XXXXXXXX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lnSpc>
                <a:spcPct val="200000"/>
              </a:lnSpc>
              <a:buSzPts val="1400"/>
            </a:pPr>
            <a:r>
              <a:rPr lang="fr-FR" dirty="0" err="1"/>
              <a:t>Xxxxxxx</a:t>
            </a:r>
            <a:r>
              <a:rPr lang="fr-FR" dirty="0"/>
              <a:t>  XXXXXXXX</a:t>
            </a:r>
          </a:p>
          <a:p>
            <a:pPr>
              <a:lnSpc>
                <a:spcPct val="200000"/>
              </a:lnSpc>
              <a:buSzPts val="1400"/>
            </a:pPr>
            <a:r>
              <a:rPr lang="fr-FR" dirty="0" err="1"/>
              <a:t>Xxxxxxx</a:t>
            </a:r>
            <a:r>
              <a:rPr lang="fr-FR" dirty="0"/>
              <a:t>  XXXXXXXX</a:t>
            </a:r>
          </a:p>
          <a:p>
            <a:pPr>
              <a:lnSpc>
                <a:spcPct val="200000"/>
              </a:lnSpc>
              <a:buSzPts val="1400"/>
            </a:pPr>
            <a:r>
              <a:rPr lang="fr-FR" dirty="0" err="1"/>
              <a:t>Xxxxxxx</a:t>
            </a:r>
            <a:r>
              <a:rPr lang="fr-FR" dirty="0"/>
              <a:t>  XXXXXXXX</a:t>
            </a:r>
          </a:p>
          <a:p>
            <a:pPr lvl="0">
              <a:lnSpc>
                <a:spcPct val="200000"/>
              </a:lnSpc>
              <a:buSzPts val="1400"/>
            </a:pPr>
            <a:endParaRPr lang="fr-FR" dirty="0"/>
          </a:p>
        </p:txBody>
      </p:sp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90600" y="1558399"/>
            <a:ext cx="2950300" cy="632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" sz="240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Group members</a:t>
            </a:r>
            <a:endParaRPr sz="2400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3" name="Google Shape;6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4C75A5D-5A8E-E656-FAD3-37CEBF0CBDC6}"/>
              </a:ext>
            </a:extLst>
          </p:cNvPr>
          <p:cNvSpPr txBox="1"/>
          <p:nvPr/>
        </p:nvSpPr>
        <p:spPr>
          <a:xfrm rot="1388443">
            <a:off x="4673601" y="2279362"/>
            <a:ext cx="3244850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rgbClr val="FF0000"/>
                </a:solidFill>
              </a:rPr>
              <a:t>A mettre à jour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FEA26B75-6D5D-BB94-F6A1-A3488326F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>
            <a:extLst>
              <a:ext uri="{FF2B5EF4-FFF2-40B4-BE49-F238E27FC236}">
                <a16:creationId xmlns:a16="http://schemas.microsoft.com/office/drawing/2014/main" id="{1CDDF2B5-8696-D966-7AE7-2D1548853B07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Pitch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71" name="Google Shape;71;p3">
            <a:extLst>
              <a:ext uri="{FF2B5EF4-FFF2-40B4-BE49-F238E27FC236}">
                <a16:creationId xmlns:a16="http://schemas.microsoft.com/office/drawing/2014/main" id="{D8CA7496-B59C-707A-FC90-789017213A15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ACC83965-6890-A658-58A4-16BD142F962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81;p8">
            <a:extLst>
              <a:ext uri="{FF2B5EF4-FFF2-40B4-BE49-F238E27FC236}">
                <a16:creationId xmlns:a16="http://schemas.microsoft.com/office/drawing/2014/main" id="{A5620247-49B7-3C5A-F47B-760300A2EB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36409"/>
            <a:ext cx="8520600" cy="45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>
              <a:buNone/>
            </a:pPr>
            <a:r>
              <a:rPr lang="fr-FR" sz="2000" b="1" dirty="0"/>
              <a:t>Client métier : </a:t>
            </a:r>
            <a:r>
              <a:rPr lang="fr-FR" sz="2000" dirty="0"/>
              <a:t>acteur institutionnel du secteur énergétique</a:t>
            </a: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 dirty="0"/>
          </a:p>
        </p:txBody>
      </p:sp>
      <p:sp>
        <p:nvSpPr>
          <p:cNvPr id="6" name="Flowchart: Card 4">
            <a:extLst>
              <a:ext uri="{FF2B5EF4-FFF2-40B4-BE49-F238E27FC236}">
                <a16:creationId xmlns:a16="http://schemas.microsoft.com/office/drawing/2014/main" id="{29FB1499-A171-6144-AABD-0D25B6F5E06F}"/>
              </a:ext>
            </a:extLst>
          </p:cNvPr>
          <p:cNvSpPr/>
          <p:nvPr/>
        </p:nvSpPr>
        <p:spPr bwMode="auto">
          <a:xfrm>
            <a:off x="524654" y="1750604"/>
            <a:ext cx="1078173" cy="1136909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  <a:t>Cible</a:t>
            </a:r>
            <a:endParaRPr kumimoji="0" lang="fr-FR" sz="20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"/>
              <a:ea typeface="Calibri"/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1AD29E-F0C4-AB85-1B97-2B116EDF3685}"/>
              </a:ext>
            </a:extLst>
          </p:cNvPr>
          <p:cNvSpPr/>
          <p:nvPr/>
        </p:nvSpPr>
        <p:spPr bwMode="auto">
          <a:xfrm>
            <a:off x="1671066" y="1750604"/>
            <a:ext cx="7161234" cy="113690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b="1" dirty="0">
                <a:latin typeface="+mj-lt"/>
                <a:ea typeface="Calibri"/>
                <a:cs typeface="Calibri"/>
              </a:rPr>
              <a:t>Anticiper</a:t>
            </a:r>
            <a:r>
              <a:rPr lang="fr-FR" dirty="0">
                <a:latin typeface="+mj-lt"/>
                <a:ea typeface="Calibri"/>
                <a:cs typeface="Calibri"/>
              </a:rPr>
              <a:t> la production locale d’</a:t>
            </a:r>
            <a:r>
              <a:rPr lang="fr-FR" dirty="0" err="1">
                <a:latin typeface="+mj-lt"/>
                <a:ea typeface="Calibri"/>
                <a:cs typeface="Calibri"/>
              </a:rPr>
              <a:t>EnR</a:t>
            </a:r>
            <a:r>
              <a:rPr lang="fr-FR" dirty="0">
                <a:latin typeface="+mj-lt"/>
                <a:ea typeface="Calibri"/>
                <a:cs typeface="Calibri"/>
              </a:rPr>
              <a:t> pour ajuster la distribution du réseau 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b="1" dirty="0">
                <a:latin typeface="+mj-lt"/>
                <a:ea typeface="Calibri"/>
                <a:cs typeface="Calibri"/>
              </a:rPr>
              <a:t>Améliorer</a:t>
            </a:r>
            <a:r>
              <a:rPr lang="fr-FR" dirty="0">
                <a:latin typeface="+mj-lt"/>
                <a:ea typeface="Calibri"/>
                <a:cs typeface="Calibri"/>
              </a:rPr>
              <a:t> la fiabilité du mix énergétique selon les conditions météo 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b="1" dirty="0">
                <a:latin typeface="+mj-lt"/>
                <a:ea typeface="Calibri"/>
                <a:cs typeface="Calibri"/>
              </a:rPr>
              <a:t>Identifier</a:t>
            </a:r>
            <a:r>
              <a:rPr lang="fr-FR" dirty="0">
                <a:latin typeface="+mj-lt"/>
                <a:ea typeface="Calibri"/>
                <a:cs typeface="Calibri"/>
              </a:rPr>
              <a:t> les zones à fort potentiel solaire selon les données historiques et prévisionnelles</a:t>
            </a:r>
          </a:p>
        </p:txBody>
      </p:sp>
      <p:sp>
        <p:nvSpPr>
          <p:cNvPr id="8" name="Flowchart: Card 4">
            <a:extLst>
              <a:ext uri="{FF2B5EF4-FFF2-40B4-BE49-F238E27FC236}">
                <a16:creationId xmlns:a16="http://schemas.microsoft.com/office/drawing/2014/main" id="{FFAA5FC3-4442-F0CD-2CEC-F6B1FFBCF1F2}"/>
              </a:ext>
            </a:extLst>
          </p:cNvPr>
          <p:cNvSpPr/>
          <p:nvPr/>
        </p:nvSpPr>
        <p:spPr bwMode="auto">
          <a:xfrm>
            <a:off x="524654" y="3396350"/>
            <a:ext cx="1078173" cy="888121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ea typeface="Calibri"/>
                <a:cs typeface="Calibri"/>
              </a:rPr>
              <a:t>Finalité</a:t>
            </a:r>
            <a:endParaRPr kumimoji="0" lang="fr-FR" sz="20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"/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1F0C2E-13CA-D614-0867-5C215EF2BD6C}"/>
              </a:ext>
            </a:extLst>
          </p:cNvPr>
          <p:cNvSpPr/>
          <p:nvPr/>
        </p:nvSpPr>
        <p:spPr bwMode="auto">
          <a:xfrm>
            <a:off x="1671066" y="3396350"/>
            <a:ext cx="7161234" cy="88812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114300"/>
            <a:r>
              <a:rPr lang="fr-FR" dirty="0"/>
              <a:t>Aide à la prédiction de production régionale d’énergies renouvelables (solaire) à partir de données de production météo et d’imagerie satellite, pour aider à la planification du réseau énergétique</a:t>
            </a: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5108A918-E4C6-F9A2-4BF9-64DD15B4F141}"/>
              </a:ext>
            </a:extLst>
          </p:cNvPr>
          <p:cNvGrpSpPr/>
          <p:nvPr/>
        </p:nvGrpSpPr>
        <p:grpSpPr>
          <a:xfrm>
            <a:off x="235500" y="1516061"/>
            <a:ext cx="469085" cy="469085"/>
            <a:chOff x="369206" y="1255438"/>
            <a:chExt cx="469085" cy="469085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1501C6C6-00E9-8CE8-0E69-6C28FB515B04}"/>
                </a:ext>
              </a:extLst>
            </p:cNvPr>
            <p:cNvSpPr/>
            <p:nvPr/>
          </p:nvSpPr>
          <p:spPr>
            <a:xfrm>
              <a:off x="369206" y="1255438"/>
              <a:ext cx="469085" cy="46908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6A545F97-3B88-9E33-8963-86A0AF9F20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187"/>
            <a:stretch>
              <a:fillRect/>
            </a:stretch>
          </p:blipFill>
          <p:spPr>
            <a:xfrm>
              <a:off x="463375" y="1329652"/>
              <a:ext cx="306524" cy="293689"/>
            </a:xfrm>
            <a:prstGeom prst="rect">
              <a:avLst/>
            </a:prstGeom>
          </p:spPr>
        </p:pic>
      </p:grpSp>
      <p:sp>
        <p:nvSpPr>
          <p:cNvPr id="13" name="Ellipse 12">
            <a:extLst>
              <a:ext uri="{FF2B5EF4-FFF2-40B4-BE49-F238E27FC236}">
                <a16:creationId xmlns:a16="http://schemas.microsoft.com/office/drawing/2014/main" id="{3D2BBABE-A770-A1E0-2F9F-A99485CCB407}"/>
              </a:ext>
            </a:extLst>
          </p:cNvPr>
          <p:cNvSpPr/>
          <p:nvPr/>
        </p:nvSpPr>
        <p:spPr>
          <a:xfrm>
            <a:off x="235500" y="3109647"/>
            <a:ext cx="469085" cy="46908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47836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C61C25B1-8526-F489-8EC8-46322447A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>
            <a:extLst>
              <a:ext uri="{FF2B5EF4-FFF2-40B4-BE49-F238E27FC236}">
                <a16:creationId xmlns:a16="http://schemas.microsoft.com/office/drawing/2014/main" id="{6C332C7A-0C1B-7002-DD8F-E4EB26F3199D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Contexte et problématique</a:t>
            </a:r>
            <a:endParaRPr sz="2500" i="0" u="none" strike="noStrike" cap="none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71" name="Google Shape;71;p3">
            <a:extLst>
              <a:ext uri="{FF2B5EF4-FFF2-40B4-BE49-F238E27FC236}">
                <a16:creationId xmlns:a16="http://schemas.microsoft.com/office/drawing/2014/main" id="{2535CC55-4646-912A-89CB-270E6E57968E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B6E60877-CBAF-4172-8F34-67BAD279BAE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62B04DD-611C-26E7-F33B-2490F943666E}"/>
              </a:ext>
            </a:extLst>
          </p:cNvPr>
          <p:cNvSpPr/>
          <p:nvPr/>
        </p:nvSpPr>
        <p:spPr>
          <a:xfrm>
            <a:off x="654529" y="1962668"/>
            <a:ext cx="2418624" cy="2066342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300"/>
              </a:spcBef>
              <a:buClrTx/>
              <a:buFont typeface="Arial" panose="020B0604020202020204" pitchFamily="34" charset="0"/>
              <a:buChar char="•"/>
              <a:defRPr/>
            </a:pPr>
            <a:endParaRPr lang="fr-FR" sz="1200" kern="1200" dirty="0"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buClrTx/>
              <a:defRPr/>
            </a:pPr>
            <a:endParaRPr lang="fr-FR" sz="1200" kern="1200" dirty="0">
              <a:latin typeface="Calibri"/>
              <a:ea typeface="Calibri"/>
              <a:cs typeface="Calibri"/>
            </a:endParaRPr>
          </a:p>
          <a:p>
            <a:pPr>
              <a:defRPr sz="3600" b="1"/>
            </a:pPr>
            <a:r>
              <a:rPr lang="fr-FR" sz="3200" dirty="0"/>
              <a:t>+350 %</a:t>
            </a:r>
          </a:p>
          <a:p>
            <a:pPr>
              <a:defRPr sz="2000"/>
            </a:pPr>
            <a:r>
              <a:rPr lang="fr-FR" sz="1600" b="1" dirty="0">
                <a:solidFill>
                  <a:schemeClr val="bg1">
                    <a:lumMod val="50000"/>
                  </a:schemeClr>
                </a:solidFill>
              </a:rPr>
              <a:t>Croissance du parc solaire en 2 ans </a:t>
            </a:r>
          </a:p>
          <a:p>
            <a:pPr>
              <a:defRPr sz="2000"/>
            </a:pPr>
            <a:r>
              <a:rPr lang="fr-FR" sz="1100" dirty="0">
                <a:solidFill>
                  <a:schemeClr val="bg1">
                    <a:lumMod val="50000"/>
                  </a:schemeClr>
                </a:solidFill>
              </a:rPr>
              <a:t>(Source</a:t>
            </a:r>
            <a:r>
              <a:rPr lang="fr-FR" sz="1100" dirty="0"/>
              <a:t> </a:t>
            </a:r>
            <a:r>
              <a:rPr lang="fr-FR" sz="1100" dirty="0">
                <a:hlinkClick r:id="rId4"/>
              </a:rPr>
              <a:t>Région Rhône-Alpes</a:t>
            </a:r>
            <a:r>
              <a:rPr lang="fr-FR" sz="11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" name="Espace réservé du texte 8">
            <a:extLst>
              <a:ext uri="{FF2B5EF4-FFF2-40B4-BE49-F238E27FC236}">
                <a16:creationId xmlns:a16="http://schemas.microsoft.com/office/drawing/2014/main" id="{70346AF7-2EF1-3620-DDC0-3FB0A4344A61}"/>
              </a:ext>
            </a:extLst>
          </p:cNvPr>
          <p:cNvSpPr txBox="1">
            <a:spLocks/>
          </p:cNvSpPr>
          <p:nvPr/>
        </p:nvSpPr>
        <p:spPr>
          <a:xfrm>
            <a:off x="654527" y="1554817"/>
            <a:ext cx="2418625" cy="587971"/>
          </a:xfrm>
          <a:custGeom>
            <a:avLst/>
            <a:gdLst>
              <a:gd name="connsiteX0" fmla="*/ 0 w 2452805"/>
              <a:gd name="connsiteY0" fmla="*/ 0 h 1199490"/>
              <a:gd name="connsiteX1" fmla="*/ 2452805 w 2452805"/>
              <a:gd name="connsiteY1" fmla="*/ 0 h 1199490"/>
              <a:gd name="connsiteX2" fmla="*/ 2452805 w 2452805"/>
              <a:gd name="connsiteY2" fmla="*/ 955118 h 1199490"/>
              <a:gd name="connsiteX3" fmla="*/ 1226402 w 2452805"/>
              <a:gd name="connsiteY3" fmla="*/ 1199490 h 1199490"/>
              <a:gd name="connsiteX4" fmla="*/ 0 w 2452805"/>
              <a:gd name="connsiteY4" fmla="*/ 955118 h 1199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2805" h="1199490">
                <a:moveTo>
                  <a:pt x="0" y="0"/>
                </a:moveTo>
                <a:lnTo>
                  <a:pt x="2452805" y="0"/>
                </a:lnTo>
                <a:lnTo>
                  <a:pt x="2452805" y="955118"/>
                </a:lnTo>
                <a:lnTo>
                  <a:pt x="1226402" y="1199490"/>
                </a:lnTo>
                <a:lnTo>
                  <a:pt x="0" y="955118"/>
                </a:lnTo>
                <a:close/>
              </a:path>
            </a:pathLst>
          </a:custGeom>
          <a:solidFill>
            <a:srgbClr val="FFC000"/>
          </a:solidFill>
        </p:spPr>
        <p:txBody>
          <a:bodyPr vert="horz" wrap="square" lIns="72000" tIns="108000" rIns="72000" bIns="7200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3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b="1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None/>
              <a:defRPr sz="1400" b="1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50000" indent="-180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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83200" indent="-1296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Parc photovoltaïque</a:t>
            </a:r>
            <a:endParaRPr lang="fr-FR" sz="6000" dirty="0"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CDC86C-FCEE-561B-5E32-81BAAA77D281}"/>
              </a:ext>
            </a:extLst>
          </p:cNvPr>
          <p:cNvSpPr/>
          <p:nvPr/>
        </p:nvSpPr>
        <p:spPr>
          <a:xfrm>
            <a:off x="3372329" y="1962668"/>
            <a:ext cx="2418624" cy="2066342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300"/>
              </a:spcBef>
              <a:buClrTx/>
              <a:buFont typeface="Arial" panose="020B0604020202020204" pitchFamily="34" charset="0"/>
              <a:buChar char="•"/>
              <a:defRPr/>
            </a:pPr>
            <a:endParaRPr lang="fr-FR" sz="1200" kern="1200" dirty="0">
              <a:latin typeface="Calibri"/>
              <a:ea typeface="Calibri"/>
              <a:cs typeface="Calibri"/>
            </a:endParaRPr>
          </a:p>
          <a:p>
            <a:pPr marL="171450" indent="-171450">
              <a:spcBef>
                <a:spcPts val="300"/>
              </a:spcBef>
              <a:buClrTx/>
              <a:buFont typeface="Arial" panose="020B0604020202020204" pitchFamily="34" charset="0"/>
              <a:buChar char="•"/>
              <a:defRPr/>
            </a:pPr>
            <a:endParaRPr lang="fr-FR" sz="1200" kern="1200" dirty="0">
              <a:latin typeface="Calibri"/>
              <a:ea typeface="Calibri"/>
              <a:cs typeface="Calibri"/>
            </a:endParaRPr>
          </a:p>
          <a:p>
            <a:pPr>
              <a:defRPr sz="3600" b="1"/>
            </a:pPr>
            <a:r>
              <a:rPr lang="fr-FR" sz="3200" dirty="0"/>
              <a:t>#1</a:t>
            </a:r>
          </a:p>
          <a:p>
            <a:pPr>
              <a:defRPr sz="3600" b="1"/>
            </a:pPr>
            <a:r>
              <a:rPr lang="fr-FR" sz="1600" dirty="0">
                <a:solidFill>
                  <a:schemeClr val="bg1">
                    <a:lumMod val="50000"/>
                  </a:schemeClr>
                </a:solidFill>
              </a:rPr>
              <a:t>Région française en </a:t>
            </a:r>
            <a:r>
              <a:rPr lang="fr-FR" sz="1600">
                <a:solidFill>
                  <a:schemeClr val="bg1">
                    <a:lumMod val="50000"/>
                  </a:schemeClr>
                </a:solidFill>
              </a:rPr>
              <a:t>installations photovoltaïques</a:t>
            </a:r>
            <a:endParaRPr lang="fr-FR" sz="11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defRPr sz="3600" b="1"/>
            </a:pPr>
            <a:endParaRPr lang="fr-FR" sz="16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defRPr sz="2000"/>
            </a:pPr>
            <a:endParaRPr lang="fr-FR" sz="1200" dirty="0"/>
          </a:p>
        </p:txBody>
      </p:sp>
      <p:sp>
        <p:nvSpPr>
          <p:cNvPr id="7" name="Espace réservé du texte 8">
            <a:extLst>
              <a:ext uri="{FF2B5EF4-FFF2-40B4-BE49-F238E27FC236}">
                <a16:creationId xmlns:a16="http://schemas.microsoft.com/office/drawing/2014/main" id="{5B604FB2-0DB7-F88D-245F-B97935413119}"/>
              </a:ext>
            </a:extLst>
          </p:cNvPr>
          <p:cNvSpPr txBox="1">
            <a:spLocks/>
          </p:cNvSpPr>
          <p:nvPr/>
        </p:nvSpPr>
        <p:spPr>
          <a:xfrm>
            <a:off x="3372327" y="1554817"/>
            <a:ext cx="2418625" cy="587971"/>
          </a:xfrm>
          <a:custGeom>
            <a:avLst/>
            <a:gdLst>
              <a:gd name="connsiteX0" fmla="*/ 0 w 2452805"/>
              <a:gd name="connsiteY0" fmla="*/ 0 h 1199490"/>
              <a:gd name="connsiteX1" fmla="*/ 2452805 w 2452805"/>
              <a:gd name="connsiteY1" fmla="*/ 0 h 1199490"/>
              <a:gd name="connsiteX2" fmla="*/ 2452805 w 2452805"/>
              <a:gd name="connsiteY2" fmla="*/ 955118 h 1199490"/>
              <a:gd name="connsiteX3" fmla="*/ 1226402 w 2452805"/>
              <a:gd name="connsiteY3" fmla="*/ 1199490 h 1199490"/>
              <a:gd name="connsiteX4" fmla="*/ 0 w 2452805"/>
              <a:gd name="connsiteY4" fmla="*/ 955118 h 1199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2805" h="1199490">
                <a:moveTo>
                  <a:pt x="0" y="0"/>
                </a:moveTo>
                <a:lnTo>
                  <a:pt x="2452805" y="0"/>
                </a:lnTo>
                <a:lnTo>
                  <a:pt x="2452805" y="955118"/>
                </a:lnTo>
                <a:lnTo>
                  <a:pt x="1226402" y="1199490"/>
                </a:lnTo>
                <a:lnTo>
                  <a:pt x="0" y="955118"/>
                </a:lnTo>
                <a:close/>
              </a:path>
            </a:pathLst>
          </a:custGeom>
          <a:solidFill>
            <a:srgbClr val="016EC2"/>
          </a:solidFill>
        </p:spPr>
        <p:txBody>
          <a:bodyPr vert="horz" wrap="square" lIns="72000" tIns="108000" rIns="72000" bIns="7200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 defTabSz="685800" eaLnBrk="1" fontAlgn="auto" latinLnBrk="0" hangingPunct="1">
              <a:buClrTx/>
              <a:buSzTx/>
              <a:buFont typeface="Arial" panose="020B0604020202020204" pitchFamily="34" charset="0"/>
              <a:buNone/>
              <a:tabLst/>
              <a:defRPr kumimoji="0" sz="2000" b="1" kern="1200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0" indent="0" algn="ctr" defTabSz="685800" eaLnBrk="1" latinLnBrk="0" hangingPunct="1">
              <a:buFont typeface="Arial" panose="020B0604020202020204" pitchFamily="34" charset="0"/>
              <a:buNone/>
              <a:defRPr sz="1100" b="1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defTabSz="685800" eaLnBrk="1" latinLnBrk="0" hangingPunct="1">
              <a:spcBef>
                <a:spcPts val="1600"/>
              </a:spcBef>
              <a:buFont typeface="Arial" panose="020B0604020202020204" pitchFamily="34" charset="0"/>
              <a:buNone/>
              <a:defRPr b="1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defTabSz="685800" eaLnBrk="1" latinLnBrk="0" hangingPunct="1">
              <a:spcBef>
                <a:spcPts val="900"/>
              </a:spcBef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50000" indent="-180000" defTabSz="685800" eaLnBrk="1" latinLnBrk="0" hangingPunct="1">
              <a:spcBef>
                <a:spcPts val="6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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83200" indent="-129600" defTabSz="685800" eaLnBrk="1" latinLnBrk="0" hangingPunct="1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defTabSz="68580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defTabSz="68580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defTabSz="68580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Région leader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42715D-CAE4-8BA3-47DD-C9EF6EBB8572}"/>
              </a:ext>
            </a:extLst>
          </p:cNvPr>
          <p:cNvSpPr/>
          <p:nvPr/>
        </p:nvSpPr>
        <p:spPr>
          <a:xfrm>
            <a:off x="6090126" y="1962668"/>
            <a:ext cx="2418624" cy="2066342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300"/>
              </a:spcBef>
              <a:buClrTx/>
              <a:buFont typeface="Arial" panose="020B0604020202020204" pitchFamily="34" charset="0"/>
              <a:buChar char="•"/>
              <a:defRPr/>
            </a:pPr>
            <a:endParaRPr lang="fr-FR" sz="1200" kern="1200" dirty="0">
              <a:latin typeface="Calibri"/>
              <a:ea typeface="Calibri"/>
              <a:cs typeface="Calibri"/>
            </a:endParaRPr>
          </a:p>
          <a:p>
            <a:pPr marL="171450" indent="-171450">
              <a:spcBef>
                <a:spcPts val="300"/>
              </a:spcBef>
              <a:buClrTx/>
              <a:buFont typeface="Arial" panose="020B0604020202020204" pitchFamily="34" charset="0"/>
              <a:buChar char="•"/>
              <a:defRPr/>
            </a:pPr>
            <a:endParaRPr lang="fr-FR" sz="1200" kern="1200" dirty="0">
              <a:latin typeface="Calibri"/>
              <a:ea typeface="Calibri"/>
              <a:cs typeface="Calibri"/>
            </a:endParaRPr>
          </a:p>
          <a:p>
            <a:pPr>
              <a:defRPr sz="3600" b="1"/>
            </a:pPr>
            <a:r>
              <a:rPr lang="fr-FR" sz="3200" dirty="0"/>
              <a:t>Variabilité élevée</a:t>
            </a:r>
          </a:p>
          <a:p>
            <a:pPr>
              <a:defRPr sz="3600" b="1"/>
            </a:pPr>
            <a:r>
              <a:rPr lang="fr-FR" sz="1600" b="1" dirty="0">
                <a:solidFill>
                  <a:schemeClr val="bg1">
                    <a:lumMod val="50000"/>
                  </a:schemeClr>
                </a:solidFill>
              </a:rPr>
              <a:t>Production très sensible à la météo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C0AFC55C-7B26-1A33-6493-F9AF2D0F07CD}"/>
              </a:ext>
            </a:extLst>
          </p:cNvPr>
          <p:cNvSpPr txBox="1">
            <a:spLocks/>
          </p:cNvSpPr>
          <p:nvPr/>
        </p:nvSpPr>
        <p:spPr>
          <a:xfrm>
            <a:off x="6090124" y="1554817"/>
            <a:ext cx="2418625" cy="587971"/>
          </a:xfrm>
          <a:custGeom>
            <a:avLst/>
            <a:gdLst>
              <a:gd name="connsiteX0" fmla="*/ 0 w 2452805"/>
              <a:gd name="connsiteY0" fmla="*/ 0 h 1199490"/>
              <a:gd name="connsiteX1" fmla="*/ 2452805 w 2452805"/>
              <a:gd name="connsiteY1" fmla="*/ 0 h 1199490"/>
              <a:gd name="connsiteX2" fmla="*/ 2452805 w 2452805"/>
              <a:gd name="connsiteY2" fmla="*/ 955118 h 1199490"/>
              <a:gd name="connsiteX3" fmla="*/ 1226402 w 2452805"/>
              <a:gd name="connsiteY3" fmla="*/ 1199490 h 1199490"/>
              <a:gd name="connsiteX4" fmla="*/ 0 w 2452805"/>
              <a:gd name="connsiteY4" fmla="*/ 955118 h 1199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2805" h="1199490">
                <a:moveTo>
                  <a:pt x="0" y="0"/>
                </a:moveTo>
                <a:lnTo>
                  <a:pt x="2452805" y="0"/>
                </a:lnTo>
                <a:lnTo>
                  <a:pt x="2452805" y="955118"/>
                </a:lnTo>
                <a:lnTo>
                  <a:pt x="1226402" y="1199490"/>
                </a:lnTo>
                <a:lnTo>
                  <a:pt x="0" y="955118"/>
                </a:lnTo>
                <a:close/>
              </a:path>
            </a:pathLst>
          </a:custGeom>
          <a:solidFill>
            <a:srgbClr val="7030A0"/>
          </a:solidFill>
        </p:spPr>
        <p:txBody>
          <a:bodyPr vert="horz" wrap="square" lIns="72000" tIns="108000" rIns="72000" bIns="72000" rtlCol="0" anchor="ctr">
            <a:no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3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b="1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None/>
              <a:defRPr sz="1400" b="1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50000" indent="-180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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83200" indent="-1296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Production</a:t>
            </a:r>
            <a:endParaRPr lang="fr-FR" sz="6000" dirty="0">
              <a:cs typeface="Arial"/>
            </a:endParaRP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4F2C3D66-D0D7-A86C-2848-AD50FAA4BBE5}"/>
              </a:ext>
            </a:extLst>
          </p:cNvPr>
          <p:cNvGrpSpPr/>
          <p:nvPr/>
        </p:nvGrpSpPr>
        <p:grpSpPr>
          <a:xfrm>
            <a:off x="463375" y="1244626"/>
            <a:ext cx="469085" cy="469085"/>
            <a:chOff x="8850800" y="989949"/>
            <a:chExt cx="2717800" cy="2717800"/>
          </a:xfrm>
        </p:grpSpPr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C022C94F-050F-AB01-28C1-2AD03599D414}"/>
                </a:ext>
              </a:extLst>
            </p:cNvPr>
            <p:cNvSpPr/>
            <p:nvPr/>
          </p:nvSpPr>
          <p:spPr>
            <a:xfrm>
              <a:off x="8850800" y="989949"/>
              <a:ext cx="2717800" cy="27178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2D31D0A9-EF5E-70FA-7828-1FD6A1E4C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61804" y="1552113"/>
              <a:ext cx="2095792" cy="1552792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14" name="Google Shape;178;p8">
            <a:extLst>
              <a:ext uri="{FF2B5EF4-FFF2-40B4-BE49-F238E27FC236}">
                <a16:creationId xmlns:a16="http://schemas.microsoft.com/office/drawing/2014/main" id="{2FD38D0D-A22A-3A3C-C242-55050E7F3342}"/>
              </a:ext>
            </a:extLst>
          </p:cNvPr>
          <p:cNvSpPr txBox="1">
            <a:spLocks/>
          </p:cNvSpPr>
          <p:nvPr/>
        </p:nvSpPr>
        <p:spPr>
          <a:xfrm>
            <a:off x="1106166" y="779179"/>
            <a:ext cx="7877195" cy="375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/>
            <a:r>
              <a:rPr lang="fr-FR" sz="1400" b="1" dirty="0"/>
              <a:t>Focus Rhône-Alpes : </a:t>
            </a:r>
            <a:r>
              <a:rPr lang="fr-FR" sz="1400" dirty="0"/>
              <a:t>une filière solaire en expansion, mais soumise à une forte variabilité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EED4DECD-AB82-3770-D867-F5E3DC0F46C6}"/>
              </a:ext>
            </a:extLst>
          </p:cNvPr>
          <p:cNvGrpSpPr/>
          <p:nvPr/>
        </p:nvGrpSpPr>
        <p:grpSpPr>
          <a:xfrm>
            <a:off x="3178269" y="1244626"/>
            <a:ext cx="485034" cy="469085"/>
            <a:chOff x="3178269" y="1244626"/>
            <a:chExt cx="485034" cy="469085"/>
          </a:xfrm>
        </p:grpSpPr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C17A729F-F9AB-A73C-CEFD-D87C2948A123}"/>
                </a:ext>
              </a:extLst>
            </p:cNvPr>
            <p:cNvSpPr/>
            <p:nvPr/>
          </p:nvSpPr>
          <p:spPr>
            <a:xfrm>
              <a:off x="3194218" y="1244626"/>
              <a:ext cx="469085" cy="46908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16EC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717391EF-3678-1116-53EE-765DF8F95C9C}"/>
                </a:ext>
              </a:extLst>
            </p:cNvPr>
            <p:cNvSpPr txBox="1"/>
            <p:nvPr/>
          </p:nvSpPr>
          <p:spPr>
            <a:xfrm>
              <a:off x="3178269" y="1281519"/>
              <a:ext cx="48503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4000"/>
              </a:pPr>
              <a:r>
                <a:rPr lang="fr-FR" sz="2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🥇</a:t>
              </a:r>
            </a:p>
          </p:txBody>
        </p:sp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E67CEDCE-6321-C0A9-D055-67F795430912}"/>
              </a:ext>
            </a:extLst>
          </p:cNvPr>
          <p:cNvGrpSpPr/>
          <p:nvPr/>
        </p:nvGrpSpPr>
        <p:grpSpPr>
          <a:xfrm>
            <a:off x="5855580" y="1244626"/>
            <a:ext cx="469085" cy="469085"/>
            <a:chOff x="5855580" y="1244626"/>
            <a:chExt cx="469085" cy="469085"/>
          </a:xfrm>
        </p:grpSpPr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D67E0D0C-C631-6E3B-A20F-F6A59723BAE6}"/>
                </a:ext>
              </a:extLst>
            </p:cNvPr>
            <p:cNvSpPr/>
            <p:nvPr/>
          </p:nvSpPr>
          <p:spPr>
            <a:xfrm>
              <a:off x="5855580" y="1244626"/>
              <a:ext cx="469085" cy="46908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9" name="Image 38">
              <a:extLst>
                <a:ext uri="{FF2B5EF4-FFF2-40B4-BE49-F238E27FC236}">
                  <a16:creationId xmlns:a16="http://schemas.microsoft.com/office/drawing/2014/main" id="{9A15F92F-8AF9-9A60-52D8-D7970DAB7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39792" y="1359845"/>
              <a:ext cx="300660" cy="226711"/>
            </a:xfrm>
            <a:prstGeom prst="rect">
              <a:avLst/>
            </a:prstGeom>
          </p:spPr>
        </p:pic>
      </p:grpSp>
      <p:sp>
        <p:nvSpPr>
          <p:cNvPr id="43" name="ZoneTexte 42">
            <a:extLst>
              <a:ext uri="{FF2B5EF4-FFF2-40B4-BE49-F238E27FC236}">
                <a16:creationId xmlns:a16="http://schemas.microsoft.com/office/drawing/2014/main" id="{889E2712-F3EE-1CE7-817F-EE37ED7B2818}"/>
              </a:ext>
            </a:extLst>
          </p:cNvPr>
          <p:cNvSpPr txBox="1"/>
          <p:nvPr/>
        </p:nvSpPr>
        <p:spPr>
          <a:xfrm>
            <a:off x="1032455" y="4346593"/>
            <a:ext cx="8153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800" b="1" dirty="0"/>
              <a:t>Incertitude</a:t>
            </a:r>
            <a:r>
              <a:rPr lang="fr-FR" sz="1800" dirty="0"/>
              <a:t> forte avec impact sur la </a:t>
            </a:r>
            <a:r>
              <a:rPr lang="fr-FR" sz="1800" b="1" dirty="0"/>
              <a:t>distribution</a:t>
            </a:r>
            <a:r>
              <a:rPr lang="fr-FR" sz="1800" dirty="0"/>
              <a:t> et la </a:t>
            </a:r>
            <a:r>
              <a:rPr lang="fr-FR" sz="1800" b="1" dirty="0"/>
              <a:t>stabilité</a:t>
            </a:r>
            <a:r>
              <a:rPr lang="fr-FR" sz="1800" dirty="0"/>
              <a:t> du réseau</a:t>
            </a:r>
          </a:p>
        </p:txBody>
      </p:sp>
      <p:sp>
        <p:nvSpPr>
          <p:cNvPr id="44" name="Flèche : droite 43">
            <a:extLst>
              <a:ext uri="{FF2B5EF4-FFF2-40B4-BE49-F238E27FC236}">
                <a16:creationId xmlns:a16="http://schemas.microsoft.com/office/drawing/2014/main" id="{52DAE273-297D-B78E-8D7A-2AA631E57226}"/>
              </a:ext>
            </a:extLst>
          </p:cNvPr>
          <p:cNvSpPr/>
          <p:nvPr/>
        </p:nvSpPr>
        <p:spPr>
          <a:xfrm>
            <a:off x="654527" y="4233968"/>
            <a:ext cx="418726" cy="596535"/>
          </a:xfrm>
          <a:prstGeom prst="rightArrow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6580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102D340D-B8AB-12B1-1341-CA7D51F05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 : coins arrondis 45">
            <a:extLst>
              <a:ext uri="{FF2B5EF4-FFF2-40B4-BE49-F238E27FC236}">
                <a16:creationId xmlns:a16="http://schemas.microsoft.com/office/drawing/2014/main" id="{E433E364-4228-6856-536E-34873F6A6DC3}"/>
              </a:ext>
            </a:extLst>
          </p:cNvPr>
          <p:cNvSpPr/>
          <p:nvPr/>
        </p:nvSpPr>
        <p:spPr>
          <a:xfrm>
            <a:off x="4797443" y="1718594"/>
            <a:ext cx="1235879" cy="5842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CCAE5A27-B2A2-0280-F66C-5CDBE7E24E20}"/>
              </a:ext>
            </a:extLst>
          </p:cNvPr>
          <p:cNvSpPr/>
          <p:nvPr/>
        </p:nvSpPr>
        <p:spPr>
          <a:xfrm>
            <a:off x="6417329" y="936409"/>
            <a:ext cx="2310321" cy="393656"/>
          </a:xfrm>
          <a:custGeom>
            <a:avLst/>
            <a:gdLst>
              <a:gd name="connsiteX0" fmla="*/ 0 w 1839339"/>
              <a:gd name="connsiteY0" fmla="*/ 0 h 533101"/>
              <a:gd name="connsiteX1" fmla="*/ 1572789 w 1839339"/>
              <a:gd name="connsiteY1" fmla="*/ 0 h 533101"/>
              <a:gd name="connsiteX2" fmla="*/ 1839339 w 1839339"/>
              <a:gd name="connsiteY2" fmla="*/ 266551 h 533101"/>
              <a:gd name="connsiteX3" fmla="*/ 1572789 w 1839339"/>
              <a:gd name="connsiteY3" fmla="*/ 533101 h 533101"/>
              <a:gd name="connsiteX4" fmla="*/ 0 w 1839339"/>
              <a:gd name="connsiteY4" fmla="*/ 533101 h 533101"/>
              <a:gd name="connsiteX5" fmla="*/ 266551 w 1839339"/>
              <a:gd name="connsiteY5" fmla="*/ 266551 h 533101"/>
              <a:gd name="connsiteX6" fmla="*/ 0 w 1839339"/>
              <a:gd name="connsiteY6" fmla="*/ 0 h 53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39339" h="533101">
                <a:moveTo>
                  <a:pt x="0" y="0"/>
                </a:moveTo>
                <a:lnTo>
                  <a:pt x="1572789" y="0"/>
                </a:lnTo>
                <a:lnTo>
                  <a:pt x="1839339" y="266551"/>
                </a:lnTo>
                <a:lnTo>
                  <a:pt x="1572789" y="533101"/>
                </a:lnTo>
                <a:lnTo>
                  <a:pt x="0" y="533101"/>
                </a:lnTo>
                <a:lnTo>
                  <a:pt x="266551" y="26655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0557" tIns="14669" rIns="281219" bIns="14669" numCol="1" spcCol="1270" anchor="ctr" anchorCtr="0">
            <a:noAutofit/>
          </a:bodyPr>
          <a:lstStyle/>
          <a:p>
            <a:pPr marL="158750" indent="0" algn="ctr">
              <a:buNone/>
            </a:pPr>
            <a:r>
              <a:rPr lang="fr-FR" sz="900" b="1" dirty="0"/>
              <a:t>API et</a:t>
            </a:r>
          </a:p>
          <a:p>
            <a:pPr marL="158750" indent="0" algn="ctr">
              <a:buNone/>
            </a:pPr>
            <a:r>
              <a:rPr lang="fr-FR" sz="900" b="1" dirty="0"/>
              <a:t>Application</a:t>
            </a:r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55F95513-FB46-9FE4-91D4-34DF9BFEC6C4}"/>
              </a:ext>
            </a:extLst>
          </p:cNvPr>
          <p:cNvSpPr/>
          <p:nvPr/>
        </p:nvSpPr>
        <p:spPr>
          <a:xfrm>
            <a:off x="4334095" y="936409"/>
            <a:ext cx="2310321" cy="393656"/>
          </a:xfrm>
          <a:custGeom>
            <a:avLst/>
            <a:gdLst>
              <a:gd name="connsiteX0" fmla="*/ 0 w 1839339"/>
              <a:gd name="connsiteY0" fmla="*/ 0 h 533101"/>
              <a:gd name="connsiteX1" fmla="*/ 1572789 w 1839339"/>
              <a:gd name="connsiteY1" fmla="*/ 0 h 533101"/>
              <a:gd name="connsiteX2" fmla="*/ 1839339 w 1839339"/>
              <a:gd name="connsiteY2" fmla="*/ 266551 h 533101"/>
              <a:gd name="connsiteX3" fmla="*/ 1572789 w 1839339"/>
              <a:gd name="connsiteY3" fmla="*/ 533101 h 533101"/>
              <a:gd name="connsiteX4" fmla="*/ 0 w 1839339"/>
              <a:gd name="connsiteY4" fmla="*/ 533101 h 533101"/>
              <a:gd name="connsiteX5" fmla="*/ 266551 w 1839339"/>
              <a:gd name="connsiteY5" fmla="*/ 266551 h 533101"/>
              <a:gd name="connsiteX6" fmla="*/ 0 w 1839339"/>
              <a:gd name="connsiteY6" fmla="*/ 0 h 53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39339" h="533101">
                <a:moveTo>
                  <a:pt x="0" y="0"/>
                </a:moveTo>
                <a:lnTo>
                  <a:pt x="1572789" y="0"/>
                </a:lnTo>
                <a:lnTo>
                  <a:pt x="1839339" y="266551"/>
                </a:lnTo>
                <a:lnTo>
                  <a:pt x="1572789" y="533101"/>
                </a:lnTo>
                <a:lnTo>
                  <a:pt x="0" y="533101"/>
                </a:lnTo>
                <a:lnTo>
                  <a:pt x="266551" y="26655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0557" tIns="14669" rIns="281219" bIns="14669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900" b="1" dirty="0"/>
              <a:t>Entraînement et </a:t>
            </a:r>
          </a:p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900" b="1" dirty="0"/>
              <a:t>suivi du modèle</a:t>
            </a:r>
            <a:endParaRPr lang="fr-FR" sz="900" kern="1200" dirty="0"/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44D928FD-3F68-ECAE-DF01-69E25D43D94B}"/>
              </a:ext>
            </a:extLst>
          </p:cNvPr>
          <p:cNvSpPr/>
          <p:nvPr/>
        </p:nvSpPr>
        <p:spPr>
          <a:xfrm>
            <a:off x="2293137" y="936409"/>
            <a:ext cx="2310321" cy="393656"/>
          </a:xfrm>
          <a:custGeom>
            <a:avLst/>
            <a:gdLst>
              <a:gd name="connsiteX0" fmla="*/ 0 w 1839339"/>
              <a:gd name="connsiteY0" fmla="*/ 0 h 533101"/>
              <a:gd name="connsiteX1" fmla="*/ 1572789 w 1839339"/>
              <a:gd name="connsiteY1" fmla="*/ 0 h 533101"/>
              <a:gd name="connsiteX2" fmla="*/ 1839339 w 1839339"/>
              <a:gd name="connsiteY2" fmla="*/ 266551 h 533101"/>
              <a:gd name="connsiteX3" fmla="*/ 1572789 w 1839339"/>
              <a:gd name="connsiteY3" fmla="*/ 533101 h 533101"/>
              <a:gd name="connsiteX4" fmla="*/ 0 w 1839339"/>
              <a:gd name="connsiteY4" fmla="*/ 533101 h 533101"/>
              <a:gd name="connsiteX5" fmla="*/ 266551 w 1839339"/>
              <a:gd name="connsiteY5" fmla="*/ 266551 h 533101"/>
              <a:gd name="connsiteX6" fmla="*/ 0 w 1839339"/>
              <a:gd name="connsiteY6" fmla="*/ 0 h 53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39339" h="533101">
                <a:moveTo>
                  <a:pt x="0" y="0"/>
                </a:moveTo>
                <a:lnTo>
                  <a:pt x="1572789" y="0"/>
                </a:lnTo>
                <a:lnTo>
                  <a:pt x="1839339" y="266551"/>
                </a:lnTo>
                <a:lnTo>
                  <a:pt x="1572789" y="533101"/>
                </a:lnTo>
                <a:lnTo>
                  <a:pt x="0" y="533101"/>
                </a:lnTo>
                <a:lnTo>
                  <a:pt x="266551" y="26655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0557" tIns="14669" rIns="281219" bIns="14669" numCol="1" spcCol="1270" anchor="ctr" anchorCtr="0">
            <a:noAutofit/>
          </a:bodyPr>
          <a:lstStyle/>
          <a:p>
            <a:pPr marL="158750" indent="0" algn="ctr">
              <a:buNone/>
            </a:pPr>
            <a:r>
              <a:rPr lang="fr-FR" sz="900" b="1" dirty="0"/>
              <a:t>Préparation et </a:t>
            </a:r>
          </a:p>
          <a:p>
            <a:pPr marL="158750" indent="0" algn="ctr">
              <a:buNone/>
            </a:pPr>
            <a:r>
              <a:rPr lang="fr-FR" sz="900" b="1" dirty="0"/>
              <a:t>nettoyage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D5364BFE-1394-DF84-7508-CE993349E3F7}"/>
              </a:ext>
            </a:extLst>
          </p:cNvPr>
          <p:cNvGrpSpPr/>
          <p:nvPr/>
        </p:nvGrpSpPr>
        <p:grpSpPr>
          <a:xfrm>
            <a:off x="4266850" y="1014066"/>
            <a:ext cx="517495" cy="238342"/>
            <a:chOff x="5129933" y="1197972"/>
            <a:chExt cx="679703" cy="414716"/>
          </a:xfrm>
        </p:grpSpPr>
        <p:sp>
          <p:nvSpPr>
            <p:cNvPr id="20" name="Flèche : demi-tour 19">
              <a:extLst>
                <a:ext uri="{FF2B5EF4-FFF2-40B4-BE49-F238E27FC236}">
                  <a16:creationId xmlns:a16="http://schemas.microsoft.com/office/drawing/2014/main" id="{6DDE20E4-CB2E-04FF-2DA9-1E1738D5C9E4}"/>
                </a:ext>
              </a:extLst>
            </p:cNvPr>
            <p:cNvSpPr/>
            <p:nvPr/>
          </p:nvSpPr>
          <p:spPr>
            <a:xfrm rot="5400000" flipH="1">
              <a:off x="5434669" y="1202078"/>
              <a:ext cx="379074" cy="370861"/>
            </a:xfrm>
            <a:prstGeom prst="uturnArrow">
              <a:avLst>
                <a:gd name="adj1" fmla="val 24379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ln w="127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21" name="Flèche : demi-tour 20">
              <a:extLst>
                <a:ext uri="{FF2B5EF4-FFF2-40B4-BE49-F238E27FC236}">
                  <a16:creationId xmlns:a16="http://schemas.microsoft.com/office/drawing/2014/main" id="{85EC5690-6283-B244-7760-CCEF398604E4}"/>
                </a:ext>
              </a:extLst>
            </p:cNvPr>
            <p:cNvSpPr/>
            <p:nvPr/>
          </p:nvSpPr>
          <p:spPr>
            <a:xfrm rot="16200000" flipH="1">
              <a:off x="5125827" y="1237720"/>
              <a:ext cx="379074" cy="370861"/>
            </a:xfrm>
            <a:prstGeom prst="uturnArrow">
              <a:avLst>
                <a:gd name="adj1" fmla="val 24379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ln w="127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</p:grpSp>
      <p:sp>
        <p:nvSpPr>
          <p:cNvPr id="96" name="Google Shape;96;p5">
            <a:extLst>
              <a:ext uri="{FF2B5EF4-FFF2-40B4-BE49-F238E27FC236}">
                <a16:creationId xmlns:a16="http://schemas.microsoft.com/office/drawing/2014/main" id="{E0E7B8E7-F933-D99A-FC55-A7E0AFDF3556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sz="25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Process et pipeline data</a:t>
            </a:r>
          </a:p>
        </p:txBody>
      </p:sp>
      <p:pic>
        <p:nvPicPr>
          <p:cNvPr id="97" name="Google Shape;97;p5">
            <a:extLst>
              <a:ext uri="{FF2B5EF4-FFF2-40B4-BE49-F238E27FC236}">
                <a16:creationId xmlns:a16="http://schemas.microsoft.com/office/drawing/2014/main" id="{A1784225-A032-0CBA-51D9-09FCED9F28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23FE2F2-F305-A7CE-975B-2A2BA912E4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85" t="12264" r="16331" b="16417"/>
          <a:stretch>
            <a:fillRect/>
          </a:stretch>
        </p:blipFill>
        <p:spPr bwMode="auto">
          <a:xfrm>
            <a:off x="1765455" y="1652962"/>
            <a:ext cx="381317" cy="393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0C03EA7-EAD6-1A33-21AE-920B912158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32" t="21688" r="13291" b="23045"/>
          <a:stretch>
            <a:fillRect/>
          </a:stretch>
        </p:blipFill>
        <p:spPr bwMode="auto">
          <a:xfrm>
            <a:off x="583256" y="1682497"/>
            <a:ext cx="792868" cy="332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2941D76B-6840-C572-907F-F3680B66EB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24" r="31046" b="34033"/>
          <a:stretch>
            <a:fillRect/>
          </a:stretch>
        </p:blipFill>
        <p:spPr bwMode="auto">
          <a:xfrm>
            <a:off x="756608" y="2258501"/>
            <a:ext cx="386389" cy="485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0AA62D0C-7533-F64F-5205-AC2C6EB164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72" t="16968" r="15985" b="15970"/>
          <a:stretch>
            <a:fillRect/>
          </a:stretch>
        </p:blipFill>
        <p:spPr bwMode="auto">
          <a:xfrm>
            <a:off x="2696327" y="1707018"/>
            <a:ext cx="277594" cy="283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748B16F9-6C53-91C1-4712-424BF6CE8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5812" y="1495363"/>
            <a:ext cx="506762" cy="506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135630BC-F5F0-17C1-438A-A312C1699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8423" y="2495311"/>
            <a:ext cx="821560" cy="593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1B3822DD-A0E9-A37F-0DE9-40781F1C3D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4" t="18548" b="24342"/>
          <a:stretch>
            <a:fillRect/>
          </a:stretch>
        </p:blipFill>
        <p:spPr bwMode="auto">
          <a:xfrm>
            <a:off x="4549208" y="2694398"/>
            <a:ext cx="1060915" cy="237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rme libre : forme 1">
            <a:extLst>
              <a:ext uri="{FF2B5EF4-FFF2-40B4-BE49-F238E27FC236}">
                <a16:creationId xmlns:a16="http://schemas.microsoft.com/office/drawing/2014/main" id="{F584810C-5501-210A-FC09-7E76BEE6CF2D}"/>
              </a:ext>
            </a:extLst>
          </p:cNvPr>
          <p:cNvSpPr/>
          <p:nvPr/>
        </p:nvSpPr>
        <p:spPr>
          <a:xfrm>
            <a:off x="252179" y="936409"/>
            <a:ext cx="2310321" cy="393656"/>
          </a:xfrm>
          <a:custGeom>
            <a:avLst/>
            <a:gdLst>
              <a:gd name="connsiteX0" fmla="*/ 0 w 1839339"/>
              <a:gd name="connsiteY0" fmla="*/ 0 h 533101"/>
              <a:gd name="connsiteX1" fmla="*/ 1572789 w 1839339"/>
              <a:gd name="connsiteY1" fmla="*/ 0 h 533101"/>
              <a:gd name="connsiteX2" fmla="*/ 1839339 w 1839339"/>
              <a:gd name="connsiteY2" fmla="*/ 266551 h 533101"/>
              <a:gd name="connsiteX3" fmla="*/ 1572789 w 1839339"/>
              <a:gd name="connsiteY3" fmla="*/ 533101 h 533101"/>
              <a:gd name="connsiteX4" fmla="*/ 0 w 1839339"/>
              <a:gd name="connsiteY4" fmla="*/ 533101 h 533101"/>
              <a:gd name="connsiteX5" fmla="*/ 266551 w 1839339"/>
              <a:gd name="connsiteY5" fmla="*/ 266551 h 533101"/>
              <a:gd name="connsiteX6" fmla="*/ 0 w 1839339"/>
              <a:gd name="connsiteY6" fmla="*/ 0 h 53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39339" h="533101">
                <a:moveTo>
                  <a:pt x="0" y="0"/>
                </a:moveTo>
                <a:lnTo>
                  <a:pt x="1572789" y="0"/>
                </a:lnTo>
                <a:lnTo>
                  <a:pt x="1839339" y="266551"/>
                </a:lnTo>
                <a:lnTo>
                  <a:pt x="1572789" y="533101"/>
                </a:lnTo>
                <a:lnTo>
                  <a:pt x="0" y="533101"/>
                </a:lnTo>
                <a:lnTo>
                  <a:pt x="266551" y="26655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0557" tIns="14669" rIns="281219" bIns="14669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900" b="1" dirty="0"/>
              <a:t>Collecte des données</a:t>
            </a:r>
            <a:endParaRPr lang="fr-FR" sz="900" kern="1200" dirty="0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0D06F820-0C84-13EF-42FA-C8495BEA0636}"/>
              </a:ext>
            </a:extLst>
          </p:cNvPr>
          <p:cNvGrpSpPr/>
          <p:nvPr/>
        </p:nvGrpSpPr>
        <p:grpSpPr>
          <a:xfrm>
            <a:off x="2217967" y="1014066"/>
            <a:ext cx="517495" cy="238342"/>
            <a:chOff x="5129933" y="1197972"/>
            <a:chExt cx="679703" cy="414716"/>
          </a:xfrm>
        </p:grpSpPr>
        <p:sp>
          <p:nvSpPr>
            <p:cNvPr id="15" name="Flèche : demi-tour 14">
              <a:extLst>
                <a:ext uri="{FF2B5EF4-FFF2-40B4-BE49-F238E27FC236}">
                  <a16:creationId xmlns:a16="http://schemas.microsoft.com/office/drawing/2014/main" id="{ACAD37B6-EF93-C275-C6AA-A8A46E685AC9}"/>
                </a:ext>
              </a:extLst>
            </p:cNvPr>
            <p:cNvSpPr/>
            <p:nvPr/>
          </p:nvSpPr>
          <p:spPr>
            <a:xfrm rot="5400000" flipH="1">
              <a:off x="5434669" y="1202078"/>
              <a:ext cx="379074" cy="370861"/>
            </a:xfrm>
            <a:prstGeom prst="uturnArrow">
              <a:avLst>
                <a:gd name="adj1" fmla="val 24379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ln w="127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16" name="Flèche : demi-tour 15">
              <a:extLst>
                <a:ext uri="{FF2B5EF4-FFF2-40B4-BE49-F238E27FC236}">
                  <a16:creationId xmlns:a16="http://schemas.microsoft.com/office/drawing/2014/main" id="{8ECB2D9A-ED98-FE7D-DED3-4DF3A449AE8B}"/>
                </a:ext>
              </a:extLst>
            </p:cNvPr>
            <p:cNvSpPr/>
            <p:nvPr/>
          </p:nvSpPr>
          <p:spPr>
            <a:xfrm rot="16200000" flipH="1">
              <a:off x="5125827" y="1237720"/>
              <a:ext cx="379074" cy="370861"/>
            </a:xfrm>
            <a:prstGeom prst="uturnArrow">
              <a:avLst>
                <a:gd name="adj1" fmla="val 24379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ln w="127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D68234D9-A2C6-161D-C55C-E509AF1EEB5C}"/>
              </a:ext>
            </a:extLst>
          </p:cNvPr>
          <p:cNvGrpSpPr/>
          <p:nvPr/>
        </p:nvGrpSpPr>
        <p:grpSpPr>
          <a:xfrm>
            <a:off x="6307808" y="1014066"/>
            <a:ext cx="517495" cy="238342"/>
            <a:chOff x="5129933" y="1197972"/>
            <a:chExt cx="679703" cy="414716"/>
          </a:xfrm>
        </p:grpSpPr>
        <p:sp>
          <p:nvSpPr>
            <p:cNvPr id="24" name="Flèche : demi-tour 23">
              <a:extLst>
                <a:ext uri="{FF2B5EF4-FFF2-40B4-BE49-F238E27FC236}">
                  <a16:creationId xmlns:a16="http://schemas.microsoft.com/office/drawing/2014/main" id="{7E04026A-4B4B-8456-8D1B-0738F4E374CD}"/>
                </a:ext>
              </a:extLst>
            </p:cNvPr>
            <p:cNvSpPr/>
            <p:nvPr/>
          </p:nvSpPr>
          <p:spPr>
            <a:xfrm rot="5400000" flipH="1">
              <a:off x="5434669" y="1202078"/>
              <a:ext cx="379074" cy="370861"/>
            </a:xfrm>
            <a:prstGeom prst="uturnArrow">
              <a:avLst>
                <a:gd name="adj1" fmla="val 24379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ln w="127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25" name="Flèche : demi-tour 24">
              <a:extLst>
                <a:ext uri="{FF2B5EF4-FFF2-40B4-BE49-F238E27FC236}">
                  <a16:creationId xmlns:a16="http://schemas.microsoft.com/office/drawing/2014/main" id="{D3C0BCCC-11D1-700F-BAD0-6BB53604F9B7}"/>
                </a:ext>
              </a:extLst>
            </p:cNvPr>
            <p:cNvSpPr/>
            <p:nvPr/>
          </p:nvSpPr>
          <p:spPr>
            <a:xfrm rot="16200000" flipH="1">
              <a:off x="5125827" y="1237720"/>
              <a:ext cx="379074" cy="370861"/>
            </a:xfrm>
            <a:prstGeom prst="uturnArrow">
              <a:avLst>
                <a:gd name="adj1" fmla="val 24379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ln w="127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66A68388-D1A7-6AC6-5F1F-65E1A6494D4A}"/>
              </a:ext>
            </a:extLst>
          </p:cNvPr>
          <p:cNvCxnSpPr/>
          <p:nvPr/>
        </p:nvCxnSpPr>
        <p:spPr>
          <a:xfrm>
            <a:off x="2293137" y="1458686"/>
            <a:ext cx="0" cy="3272971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2F5C326A-12BF-B849-9176-2CB67D7A7ED9}"/>
              </a:ext>
            </a:extLst>
          </p:cNvPr>
          <p:cNvCxnSpPr/>
          <p:nvPr/>
        </p:nvCxnSpPr>
        <p:spPr>
          <a:xfrm>
            <a:off x="4378905" y="1458686"/>
            <a:ext cx="0" cy="3272971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DD9C7B50-C6F5-7260-C61A-2CAE5E4C0BF7}"/>
              </a:ext>
            </a:extLst>
          </p:cNvPr>
          <p:cNvCxnSpPr/>
          <p:nvPr/>
        </p:nvCxnSpPr>
        <p:spPr>
          <a:xfrm>
            <a:off x="6450928" y="1458686"/>
            <a:ext cx="0" cy="3272971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66BE5478-2C49-E651-22DF-909C00CA75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00" t="16870" r="16971" b="17050"/>
          <a:stretch>
            <a:fillRect/>
          </a:stretch>
        </p:blipFill>
        <p:spPr bwMode="auto">
          <a:xfrm>
            <a:off x="3369783" y="2328613"/>
            <a:ext cx="350993" cy="344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CCA093A-E48A-7B59-31BE-E1F8F80AD6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1687" y="1351552"/>
            <a:ext cx="872238" cy="68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">
            <a:extLst>
              <a:ext uri="{FF2B5EF4-FFF2-40B4-BE49-F238E27FC236}">
                <a16:creationId xmlns:a16="http://schemas.microsoft.com/office/drawing/2014/main" id="{A31CCBD7-31A9-6123-B61B-FB210F6508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83" t="15290" r="14205" b="17134"/>
          <a:stretch>
            <a:fillRect/>
          </a:stretch>
        </p:blipFill>
        <p:spPr bwMode="auto">
          <a:xfrm>
            <a:off x="6540706" y="3950826"/>
            <a:ext cx="565643" cy="545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ZoneTexte 43">
            <a:extLst>
              <a:ext uri="{FF2B5EF4-FFF2-40B4-BE49-F238E27FC236}">
                <a16:creationId xmlns:a16="http://schemas.microsoft.com/office/drawing/2014/main" id="{682088E1-064C-5214-7A97-A059E4869B55}"/>
              </a:ext>
            </a:extLst>
          </p:cNvPr>
          <p:cNvSpPr txBox="1"/>
          <p:nvPr/>
        </p:nvSpPr>
        <p:spPr>
          <a:xfrm>
            <a:off x="4900942" y="1841943"/>
            <a:ext cx="10796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b="1" dirty="0"/>
              <a:t>Entraînement du modèle</a:t>
            </a:r>
          </a:p>
        </p:txBody>
      </p:sp>
      <p:sp>
        <p:nvSpPr>
          <p:cNvPr id="47" name="Rectangle : coins arrondis 46">
            <a:extLst>
              <a:ext uri="{FF2B5EF4-FFF2-40B4-BE49-F238E27FC236}">
                <a16:creationId xmlns:a16="http://schemas.microsoft.com/office/drawing/2014/main" id="{481D51B6-7D43-7926-6891-407782B836DE}"/>
              </a:ext>
            </a:extLst>
          </p:cNvPr>
          <p:cNvSpPr/>
          <p:nvPr/>
        </p:nvSpPr>
        <p:spPr>
          <a:xfrm>
            <a:off x="4871109" y="3012224"/>
            <a:ext cx="1107899" cy="56028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FE31E2F0-6B8A-B0EE-9044-0597F28AE28A}"/>
              </a:ext>
            </a:extLst>
          </p:cNvPr>
          <p:cNvSpPr txBox="1"/>
          <p:nvPr/>
        </p:nvSpPr>
        <p:spPr>
          <a:xfrm>
            <a:off x="4896915" y="3149942"/>
            <a:ext cx="10796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b="1" dirty="0" err="1"/>
              <a:t>Tracking</a:t>
            </a:r>
            <a:r>
              <a:rPr lang="fr-FR" sz="800" b="1" dirty="0"/>
              <a:t> du modèle</a:t>
            </a:r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8486A803-5325-E4EE-E6D1-9C2310E9372C}"/>
              </a:ext>
            </a:extLst>
          </p:cNvPr>
          <p:cNvSpPr/>
          <p:nvPr/>
        </p:nvSpPr>
        <p:spPr>
          <a:xfrm>
            <a:off x="4869399" y="3862081"/>
            <a:ext cx="1109609" cy="52536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D45817E9-F26B-F5AC-E969-2DB4F41AE334}"/>
              </a:ext>
            </a:extLst>
          </p:cNvPr>
          <p:cNvSpPr txBox="1"/>
          <p:nvPr/>
        </p:nvSpPr>
        <p:spPr>
          <a:xfrm>
            <a:off x="4899354" y="3977728"/>
            <a:ext cx="10796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b="1" dirty="0"/>
              <a:t>Registre et runs du modèle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A2294E8E-D08B-505D-5B9D-D8788A9CD3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903" y="2843961"/>
            <a:ext cx="711670" cy="37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Image 50" descr="Une image contenant art, pixel, conception&#10;&#10;Le contenu généré par l’IA peut être incorrect.">
            <a:extLst>
              <a:ext uri="{FF2B5EF4-FFF2-40B4-BE49-F238E27FC236}">
                <a16:creationId xmlns:a16="http://schemas.microsoft.com/office/drawing/2014/main" id="{054FB5AB-F043-1139-CFA8-44C9034D115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64143" y="3775222"/>
            <a:ext cx="247189" cy="295703"/>
          </a:xfrm>
          <a:prstGeom prst="rect">
            <a:avLst/>
          </a:prstGeom>
        </p:spPr>
      </p:pic>
      <p:sp>
        <p:nvSpPr>
          <p:cNvPr id="52" name="Ellipse 51">
            <a:extLst>
              <a:ext uri="{FF2B5EF4-FFF2-40B4-BE49-F238E27FC236}">
                <a16:creationId xmlns:a16="http://schemas.microsoft.com/office/drawing/2014/main" id="{7A45A31B-42CC-CB8B-442E-3576FB243381}"/>
              </a:ext>
            </a:extLst>
          </p:cNvPr>
          <p:cNvSpPr/>
          <p:nvPr/>
        </p:nvSpPr>
        <p:spPr>
          <a:xfrm>
            <a:off x="5523613" y="2751648"/>
            <a:ext cx="122984" cy="122984"/>
          </a:xfrm>
          <a:prstGeom prst="ellipse">
            <a:avLst/>
          </a:prstGeom>
          <a:solidFill>
            <a:srgbClr val="4154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/>
              <a:t>+</a:t>
            </a: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CF1F8123-FC2A-EF28-8139-FC1D62216C5F}"/>
              </a:ext>
            </a:extLst>
          </p:cNvPr>
          <p:cNvSpPr/>
          <p:nvPr/>
        </p:nvSpPr>
        <p:spPr>
          <a:xfrm>
            <a:off x="4519292" y="2618880"/>
            <a:ext cx="1796425" cy="1870262"/>
          </a:xfrm>
          <a:prstGeom prst="roundRect">
            <a:avLst/>
          </a:prstGeom>
          <a:noFill/>
          <a:ln w="9525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Rectangle : coins arrondis 53">
            <a:extLst>
              <a:ext uri="{FF2B5EF4-FFF2-40B4-BE49-F238E27FC236}">
                <a16:creationId xmlns:a16="http://schemas.microsoft.com/office/drawing/2014/main" id="{3E4E5C19-19D1-7DB3-6126-771BB460CA7E}"/>
              </a:ext>
            </a:extLst>
          </p:cNvPr>
          <p:cNvSpPr/>
          <p:nvPr/>
        </p:nvSpPr>
        <p:spPr>
          <a:xfrm>
            <a:off x="7018263" y="1968834"/>
            <a:ext cx="1098685" cy="5842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C4EB1607-BC4B-15A3-0324-3D29B9154D63}"/>
              </a:ext>
            </a:extLst>
          </p:cNvPr>
          <p:cNvSpPr txBox="1"/>
          <p:nvPr/>
        </p:nvSpPr>
        <p:spPr>
          <a:xfrm>
            <a:off x="6985463" y="2026312"/>
            <a:ext cx="115633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/>
              <a:t>EDA </a:t>
            </a:r>
          </a:p>
          <a:p>
            <a:pPr algn="ctr"/>
            <a:r>
              <a:rPr lang="fr-FR" sz="800" dirty="0"/>
              <a:t>descriptive et comparative</a:t>
            </a:r>
          </a:p>
        </p:txBody>
      </p:sp>
      <p:sp>
        <p:nvSpPr>
          <p:cNvPr id="56" name="Rectangle : coins arrondis 55">
            <a:extLst>
              <a:ext uri="{FF2B5EF4-FFF2-40B4-BE49-F238E27FC236}">
                <a16:creationId xmlns:a16="http://schemas.microsoft.com/office/drawing/2014/main" id="{34BB09D2-59B3-0F52-1024-4F32B01B2F53}"/>
              </a:ext>
            </a:extLst>
          </p:cNvPr>
          <p:cNvSpPr/>
          <p:nvPr/>
        </p:nvSpPr>
        <p:spPr>
          <a:xfrm>
            <a:off x="6981071" y="2960216"/>
            <a:ext cx="1135877" cy="5842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685F5B80-27B1-45A6-3DF8-0CF7271056CC}"/>
              </a:ext>
            </a:extLst>
          </p:cNvPr>
          <p:cNvSpPr txBox="1"/>
          <p:nvPr/>
        </p:nvSpPr>
        <p:spPr>
          <a:xfrm>
            <a:off x="6985463" y="3075570"/>
            <a:ext cx="1156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/>
              <a:t>PREDICT </a:t>
            </a:r>
          </a:p>
          <a:p>
            <a:pPr algn="ctr"/>
            <a:r>
              <a:rPr lang="fr-FR" sz="800" dirty="0"/>
              <a:t>Sur 3 jours glissants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42C67AD7-C645-5367-3E47-6D6A996C5FE8}"/>
              </a:ext>
            </a:extLst>
          </p:cNvPr>
          <p:cNvSpPr txBox="1"/>
          <p:nvPr/>
        </p:nvSpPr>
        <p:spPr>
          <a:xfrm>
            <a:off x="246312" y="2674581"/>
            <a:ext cx="139021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00" b="1" dirty="0"/>
              <a:t>USGS / Landsat</a:t>
            </a:r>
          </a:p>
        </p:txBody>
      </p:sp>
      <p:pic>
        <p:nvPicPr>
          <p:cNvPr id="65" name="Picture 6">
            <a:extLst>
              <a:ext uri="{FF2B5EF4-FFF2-40B4-BE49-F238E27FC236}">
                <a16:creationId xmlns:a16="http://schemas.microsoft.com/office/drawing/2014/main" id="{976AB5B9-1D61-B29C-C9DE-9051A31E8E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49" r="31047" b="34033"/>
          <a:stretch>
            <a:fillRect/>
          </a:stretch>
        </p:blipFill>
        <p:spPr bwMode="auto">
          <a:xfrm>
            <a:off x="781055" y="2922466"/>
            <a:ext cx="361938" cy="485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ZoneTexte 66">
            <a:extLst>
              <a:ext uri="{FF2B5EF4-FFF2-40B4-BE49-F238E27FC236}">
                <a16:creationId xmlns:a16="http://schemas.microsoft.com/office/drawing/2014/main" id="{77C37EC6-CDFA-6EF5-9731-EDD14211D90B}"/>
              </a:ext>
            </a:extLst>
          </p:cNvPr>
          <p:cNvSpPr txBox="1"/>
          <p:nvPr/>
        </p:nvSpPr>
        <p:spPr>
          <a:xfrm>
            <a:off x="246312" y="3396825"/>
            <a:ext cx="139021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00" b="1" dirty="0"/>
              <a:t>Production RTE</a:t>
            </a:r>
          </a:p>
        </p:txBody>
      </p:sp>
      <p:pic>
        <p:nvPicPr>
          <p:cNvPr id="68" name="Picture 6">
            <a:extLst>
              <a:ext uri="{FF2B5EF4-FFF2-40B4-BE49-F238E27FC236}">
                <a16:creationId xmlns:a16="http://schemas.microsoft.com/office/drawing/2014/main" id="{6A1FE08D-DF15-8940-EAA5-98ED769147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49" r="31047" b="34033"/>
          <a:stretch>
            <a:fillRect/>
          </a:stretch>
        </p:blipFill>
        <p:spPr bwMode="auto">
          <a:xfrm>
            <a:off x="781054" y="3634159"/>
            <a:ext cx="361937" cy="485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" name="ZoneTexte 69">
            <a:extLst>
              <a:ext uri="{FF2B5EF4-FFF2-40B4-BE49-F238E27FC236}">
                <a16:creationId xmlns:a16="http://schemas.microsoft.com/office/drawing/2014/main" id="{78E1D7E3-9E06-E6A5-253E-A6CE2A2F1050}"/>
              </a:ext>
            </a:extLst>
          </p:cNvPr>
          <p:cNvSpPr txBox="1"/>
          <p:nvPr/>
        </p:nvSpPr>
        <p:spPr>
          <a:xfrm>
            <a:off x="246312" y="4108518"/>
            <a:ext cx="139021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00" b="1" dirty="0"/>
              <a:t>Solar Data</a:t>
            </a:r>
          </a:p>
        </p:txBody>
      </p:sp>
      <p:sp>
        <p:nvSpPr>
          <p:cNvPr id="71" name="Rectangle : coins arrondis 70">
            <a:extLst>
              <a:ext uri="{FF2B5EF4-FFF2-40B4-BE49-F238E27FC236}">
                <a16:creationId xmlns:a16="http://schemas.microsoft.com/office/drawing/2014/main" id="{E74B2057-34BC-1980-9671-44A128491597}"/>
              </a:ext>
            </a:extLst>
          </p:cNvPr>
          <p:cNvSpPr/>
          <p:nvPr/>
        </p:nvSpPr>
        <p:spPr>
          <a:xfrm>
            <a:off x="2461359" y="1469509"/>
            <a:ext cx="1776005" cy="2957143"/>
          </a:xfrm>
          <a:prstGeom prst="roundRect">
            <a:avLst/>
          </a:prstGeom>
          <a:noFill/>
          <a:ln w="9525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33C41871-317D-BA64-26E2-EBEE7A51AE73}"/>
              </a:ext>
            </a:extLst>
          </p:cNvPr>
          <p:cNvSpPr txBox="1"/>
          <p:nvPr/>
        </p:nvSpPr>
        <p:spPr>
          <a:xfrm>
            <a:off x="263070" y="2047148"/>
            <a:ext cx="139021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00" b="1" dirty="0"/>
              <a:t>Météo</a:t>
            </a:r>
          </a:p>
        </p:txBody>
      </p: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EA2D8E70-0E38-6F85-C46D-473AA9425B34}"/>
              </a:ext>
            </a:extLst>
          </p:cNvPr>
          <p:cNvCxnSpPr>
            <a:cxnSpLocks/>
            <a:stCxn id="1028" idx="3"/>
            <a:endCxn id="1026" idx="1"/>
          </p:cNvCxnSpPr>
          <p:nvPr/>
        </p:nvCxnSpPr>
        <p:spPr>
          <a:xfrm>
            <a:off x="1376124" y="1848815"/>
            <a:ext cx="389331" cy="975"/>
          </a:xfrm>
          <a:prstGeom prst="straightConnector1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 droit avec flèche 98">
            <a:extLst>
              <a:ext uri="{FF2B5EF4-FFF2-40B4-BE49-F238E27FC236}">
                <a16:creationId xmlns:a16="http://schemas.microsoft.com/office/drawing/2014/main" id="{1740FD3C-BB82-E8E4-4341-9F9B0A291611}"/>
              </a:ext>
            </a:extLst>
          </p:cNvPr>
          <p:cNvCxnSpPr>
            <a:cxnSpLocks/>
            <a:stCxn id="1026" idx="3"/>
            <a:endCxn id="1032" idx="1"/>
          </p:cNvCxnSpPr>
          <p:nvPr/>
        </p:nvCxnSpPr>
        <p:spPr>
          <a:xfrm flipV="1">
            <a:off x="2146772" y="1848815"/>
            <a:ext cx="549555" cy="975"/>
          </a:xfrm>
          <a:prstGeom prst="straightConnector1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" name="Picture 2">
            <a:extLst>
              <a:ext uri="{FF2B5EF4-FFF2-40B4-BE49-F238E27FC236}">
                <a16:creationId xmlns:a16="http://schemas.microsoft.com/office/drawing/2014/main" id="{26F3760A-01F7-627E-27AC-B1F00D3B52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00" t="16870" r="16971" b="17050"/>
          <a:stretch>
            <a:fillRect/>
          </a:stretch>
        </p:blipFill>
        <p:spPr bwMode="auto">
          <a:xfrm>
            <a:off x="3378283" y="1676305"/>
            <a:ext cx="350993" cy="344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" name="Picture 2">
            <a:extLst>
              <a:ext uri="{FF2B5EF4-FFF2-40B4-BE49-F238E27FC236}">
                <a16:creationId xmlns:a16="http://schemas.microsoft.com/office/drawing/2014/main" id="{B33DCAA7-8CDF-83ED-2AFC-66875EDF43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00" t="16870" r="16971" b="17050"/>
          <a:stretch>
            <a:fillRect/>
          </a:stretch>
        </p:blipFill>
        <p:spPr bwMode="auto">
          <a:xfrm>
            <a:off x="3364720" y="2990820"/>
            <a:ext cx="350993" cy="344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2">
            <a:extLst>
              <a:ext uri="{FF2B5EF4-FFF2-40B4-BE49-F238E27FC236}">
                <a16:creationId xmlns:a16="http://schemas.microsoft.com/office/drawing/2014/main" id="{30EDEF50-F042-0782-1F82-E1015B7ED2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00" t="16870" r="16971" b="17050"/>
          <a:stretch>
            <a:fillRect/>
          </a:stretch>
        </p:blipFill>
        <p:spPr bwMode="auto">
          <a:xfrm>
            <a:off x="3339191" y="3703859"/>
            <a:ext cx="350993" cy="344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" name="Rectangle : coins arrondis 105">
            <a:extLst>
              <a:ext uri="{FF2B5EF4-FFF2-40B4-BE49-F238E27FC236}">
                <a16:creationId xmlns:a16="http://schemas.microsoft.com/office/drawing/2014/main" id="{70820C9A-B957-87A8-109D-6C661627DA4C}"/>
              </a:ext>
            </a:extLst>
          </p:cNvPr>
          <p:cNvSpPr/>
          <p:nvPr/>
        </p:nvSpPr>
        <p:spPr>
          <a:xfrm>
            <a:off x="3364720" y="4265830"/>
            <a:ext cx="868391" cy="25260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700" b="1" dirty="0">
                <a:solidFill>
                  <a:schemeClr val="tx1"/>
                </a:solidFill>
              </a:rPr>
              <a:t>AWS S3</a:t>
            </a:r>
          </a:p>
        </p:txBody>
      </p:sp>
      <p:pic>
        <p:nvPicPr>
          <p:cNvPr id="107" name="Image 106" descr="Une image contenant art, pixel, conception&#10;&#10;Le contenu généré par l’IA peut être incorrect.">
            <a:extLst>
              <a:ext uri="{FF2B5EF4-FFF2-40B4-BE49-F238E27FC236}">
                <a16:creationId xmlns:a16="http://schemas.microsoft.com/office/drawing/2014/main" id="{9E201599-7D6B-4671-395A-AB9C1CE55DB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27166" y="4032093"/>
            <a:ext cx="347790" cy="416048"/>
          </a:xfrm>
          <a:prstGeom prst="rect">
            <a:avLst/>
          </a:prstGeom>
        </p:spPr>
      </p:pic>
      <p:cxnSp>
        <p:nvCxnSpPr>
          <p:cNvPr id="108" name="Connecteur droit avec flèche 107">
            <a:extLst>
              <a:ext uri="{FF2B5EF4-FFF2-40B4-BE49-F238E27FC236}">
                <a16:creationId xmlns:a16="http://schemas.microsoft.com/office/drawing/2014/main" id="{8FC538F3-E888-6C1B-940B-D6B968D8FCEE}"/>
              </a:ext>
            </a:extLst>
          </p:cNvPr>
          <p:cNvCxnSpPr>
            <a:cxnSpLocks/>
          </p:cNvCxnSpPr>
          <p:nvPr/>
        </p:nvCxnSpPr>
        <p:spPr>
          <a:xfrm>
            <a:off x="4233111" y="2035648"/>
            <a:ext cx="551235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avec flèche 110">
            <a:extLst>
              <a:ext uri="{FF2B5EF4-FFF2-40B4-BE49-F238E27FC236}">
                <a16:creationId xmlns:a16="http://schemas.microsoft.com/office/drawing/2014/main" id="{67D61FBD-E531-1326-0C48-8BF9669015EF}"/>
              </a:ext>
            </a:extLst>
          </p:cNvPr>
          <p:cNvCxnSpPr>
            <a:cxnSpLocks/>
            <a:stCxn id="1030" idx="3"/>
            <a:endCxn id="2050" idx="1"/>
          </p:cNvCxnSpPr>
          <p:nvPr/>
        </p:nvCxnSpPr>
        <p:spPr>
          <a:xfrm flipV="1">
            <a:off x="1142997" y="2501110"/>
            <a:ext cx="2226786" cy="370"/>
          </a:xfrm>
          <a:prstGeom prst="straightConnector1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eur droit avec flèche 113">
            <a:extLst>
              <a:ext uri="{FF2B5EF4-FFF2-40B4-BE49-F238E27FC236}">
                <a16:creationId xmlns:a16="http://schemas.microsoft.com/office/drawing/2014/main" id="{D838041E-F078-6C94-A2B0-03079C59425A}"/>
              </a:ext>
            </a:extLst>
          </p:cNvPr>
          <p:cNvCxnSpPr>
            <a:cxnSpLocks/>
            <a:stCxn id="65" idx="3"/>
            <a:endCxn id="103" idx="1"/>
          </p:cNvCxnSpPr>
          <p:nvPr/>
        </p:nvCxnSpPr>
        <p:spPr>
          <a:xfrm flipV="1">
            <a:off x="1142993" y="3163317"/>
            <a:ext cx="2221727" cy="2128"/>
          </a:xfrm>
          <a:prstGeom prst="straightConnector1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avec flèche 118">
            <a:extLst>
              <a:ext uri="{FF2B5EF4-FFF2-40B4-BE49-F238E27FC236}">
                <a16:creationId xmlns:a16="http://schemas.microsoft.com/office/drawing/2014/main" id="{71456FE5-64C3-8B7D-7CCF-34EA9321C3CA}"/>
              </a:ext>
            </a:extLst>
          </p:cNvPr>
          <p:cNvCxnSpPr>
            <a:cxnSpLocks/>
            <a:stCxn id="68" idx="3"/>
            <a:endCxn id="104" idx="1"/>
          </p:cNvCxnSpPr>
          <p:nvPr/>
        </p:nvCxnSpPr>
        <p:spPr>
          <a:xfrm flipV="1">
            <a:off x="1142991" y="3876356"/>
            <a:ext cx="2196200" cy="782"/>
          </a:xfrm>
          <a:prstGeom prst="straightConnector1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3" name="Image 122">
            <a:extLst>
              <a:ext uri="{FF2B5EF4-FFF2-40B4-BE49-F238E27FC236}">
                <a16:creationId xmlns:a16="http://schemas.microsoft.com/office/drawing/2014/main" id="{D715FB7A-A546-1D86-6C47-6E592D4CF67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05340" y="2221695"/>
            <a:ext cx="277668" cy="193267"/>
          </a:xfrm>
          <a:prstGeom prst="rect">
            <a:avLst/>
          </a:prstGeom>
          <a:ln>
            <a:noFill/>
          </a:ln>
        </p:spPr>
      </p:pic>
      <p:pic>
        <p:nvPicPr>
          <p:cNvPr id="124" name="Image 123">
            <a:extLst>
              <a:ext uri="{FF2B5EF4-FFF2-40B4-BE49-F238E27FC236}">
                <a16:creationId xmlns:a16="http://schemas.microsoft.com/office/drawing/2014/main" id="{C5293EF4-20E0-DF10-D159-DD1506BA901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16145" y="2905022"/>
            <a:ext cx="277668" cy="193267"/>
          </a:xfrm>
          <a:prstGeom prst="rect">
            <a:avLst/>
          </a:prstGeom>
          <a:ln>
            <a:noFill/>
          </a:ln>
        </p:spPr>
      </p:pic>
      <p:pic>
        <p:nvPicPr>
          <p:cNvPr id="125" name="Image 124">
            <a:extLst>
              <a:ext uri="{FF2B5EF4-FFF2-40B4-BE49-F238E27FC236}">
                <a16:creationId xmlns:a16="http://schemas.microsoft.com/office/drawing/2014/main" id="{33AAD6E8-755C-ADC6-DD82-513A7A7A0F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05323" y="3593675"/>
            <a:ext cx="277668" cy="193267"/>
          </a:xfrm>
          <a:prstGeom prst="rect">
            <a:avLst/>
          </a:prstGeom>
          <a:ln>
            <a:noFill/>
          </a:ln>
        </p:spPr>
      </p:pic>
      <p:pic>
        <p:nvPicPr>
          <p:cNvPr id="126" name="Image 125">
            <a:extLst>
              <a:ext uri="{FF2B5EF4-FFF2-40B4-BE49-F238E27FC236}">
                <a16:creationId xmlns:a16="http://schemas.microsoft.com/office/drawing/2014/main" id="{CDFE02BC-1F91-5E6A-387E-5166BAEB4B4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24300" y="1569286"/>
            <a:ext cx="277668" cy="193267"/>
          </a:xfrm>
          <a:prstGeom prst="rect">
            <a:avLst/>
          </a:prstGeom>
          <a:ln>
            <a:noFill/>
          </a:ln>
        </p:spPr>
      </p:pic>
      <p:cxnSp>
        <p:nvCxnSpPr>
          <p:cNvPr id="1029" name="Connecteur : en angle 1028">
            <a:extLst>
              <a:ext uri="{FF2B5EF4-FFF2-40B4-BE49-F238E27FC236}">
                <a16:creationId xmlns:a16="http://schemas.microsoft.com/office/drawing/2014/main" id="{0E52F53C-5DBE-6D5C-C0A2-D6081CFAB7CB}"/>
              </a:ext>
            </a:extLst>
          </p:cNvPr>
          <p:cNvCxnSpPr>
            <a:cxnSpLocks/>
            <a:stCxn id="106" idx="2"/>
            <a:endCxn id="2097" idx="3"/>
          </p:cNvCxnSpPr>
          <p:nvPr/>
        </p:nvCxnSpPr>
        <p:spPr>
          <a:xfrm rot="5400000" flipH="1" flipV="1">
            <a:off x="5499377" y="1796203"/>
            <a:ext cx="1021775" cy="4422698"/>
          </a:xfrm>
          <a:prstGeom prst="bentConnector4">
            <a:avLst>
              <a:gd name="adj1" fmla="val -22373"/>
              <a:gd name="adj2" fmla="val 105169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Connecteur droit avec flèche 1045">
            <a:extLst>
              <a:ext uri="{FF2B5EF4-FFF2-40B4-BE49-F238E27FC236}">
                <a16:creationId xmlns:a16="http://schemas.microsoft.com/office/drawing/2014/main" id="{F59A3777-3D90-7CA7-F89E-8874DA5F6283}"/>
              </a:ext>
            </a:extLst>
          </p:cNvPr>
          <p:cNvCxnSpPr>
            <a:cxnSpLocks/>
            <a:stCxn id="46" idx="2"/>
            <a:endCxn id="53" idx="0"/>
          </p:cNvCxnSpPr>
          <p:nvPr/>
        </p:nvCxnSpPr>
        <p:spPr>
          <a:xfrm>
            <a:off x="5415383" y="2302794"/>
            <a:ext cx="2122" cy="316086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Connecteur : en angle 1061">
            <a:extLst>
              <a:ext uri="{FF2B5EF4-FFF2-40B4-BE49-F238E27FC236}">
                <a16:creationId xmlns:a16="http://schemas.microsoft.com/office/drawing/2014/main" id="{0CF073E9-1859-B299-0281-F152BD635678}"/>
              </a:ext>
            </a:extLst>
          </p:cNvPr>
          <p:cNvCxnSpPr>
            <a:cxnSpLocks/>
            <a:stCxn id="53" idx="3"/>
            <a:endCxn id="43" idx="0"/>
          </p:cNvCxnSpPr>
          <p:nvPr/>
        </p:nvCxnSpPr>
        <p:spPr>
          <a:xfrm>
            <a:off x="6315717" y="3554011"/>
            <a:ext cx="507811" cy="396815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Connecteur droit avec flèche 1067">
            <a:extLst>
              <a:ext uri="{FF2B5EF4-FFF2-40B4-BE49-F238E27FC236}">
                <a16:creationId xmlns:a16="http://schemas.microsoft.com/office/drawing/2014/main" id="{3FF98031-1DCE-7770-7F38-10F134A37AB2}"/>
              </a:ext>
            </a:extLst>
          </p:cNvPr>
          <p:cNvCxnSpPr>
            <a:cxnSpLocks/>
            <a:stCxn id="47" idx="2"/>
            <a:endCxn id="49" idx="0"/>
          </p:cNvCxnSpPr>
          <p:nvPr/>
        </p:nvCxnSpPr>
        <p:spPr>
          <a:xfrm flipH="1">
            <a:off x="5424204" y="3572509"/>
            <a:ext cx="855" cy="289572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4" name="Rectangle : coins arrondis 1073">
            <a:extLst>
              <a:ext uri="{FF2B5EF4-FFF2-40B4-BE49-F238E27FC236}">
                <a16:creationId xmlns:a16="http://schemas.microsoft.com/office/drawing/2014/main" id="{4162FACA-EA89-9D97-B392-632929E9443D}"/>
              </a:ext>
            </a:extLst>
          </p:cNvPr>
          <p:cNvSpPr/>
          <p:nvPr/>
        </p:nvSpPr>
        <p:spPr>
          <a:xfrm>
            <a:off x="6955001" y="1904349"/>
            <a:ext cx="1228499" cy="1800970"/>
          </a:xfrm>
          <a:prstGeom prst="roundRect">
            <a:avLst>
              <a:gd name="adj" fmla="val 7978"/>
            </a:avLst>
          </a:prstGeom>
          <a:noFill/>
          <a:ln w="9525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75" name="Connecteur : en angle 1074">
            <a:extLst>
              <a:ext uri="{FF2B5EF4-FFF2-40B4-BE49-F238E27FC236}">
                <a16:creationId xmlns:a16="http://schemas.microsoft.com/office/drawing/2014/main" id="{EB70B985-2508-613E-3824-FAD3BB6966AC}"/>
              </a:ext>
            </a:extLst>
          </p:cNvPr>
          <p:cNvCxnSpPr>
            <a:cxnSpLocks/>
            <a:stCxn id="1074" idx="2"/>
            <a:endCxn id="43" idx="3"/>
          </p:cNvCxnSpPr>
          <p:nvPr/>
        </p:nvCxnSpPr>
        <p:spPr>
          <a:xfrm rot="5400000">
            <a:off x="7078558" y="3733110"/>
            <a:ext cx="518484" cy="46290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5" name="Connecteur droit avec flèche 2054">
            <a:extLst>
              <a:ext uri="{FF2B5EF4-FFF2-40B4-BE49-F238E27FC236}">
                <a16:creationId xmlns:a16="http://schemas.microsoft.com/office/drawing/2014/main" id="{87E620DB-CBC1-5464-4E1E-A4B454C8BE5D}"/>
              </a:ext>
            </a:extLst>
          </p:cNvPr>
          <p:cNvCxnSpPr>
            <a:cxnSpLocks/>
            <a:stCxn id="1032" idx="3"/>
            <a:endCxn id="102" idx="1"/>
          </p:cNvCxnSpPr>
          <p:nvPr/>
        </p:nvCxnSpPr>
        <p:spPr>
          <a:xfrm flipV="1">
            <a:off x="2973921" y="1848802"/>
            <a:ext cx="404362" cy="13"/>
          </a:xfrm>
          <a:prstGeom prst="straightConnector1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68" name="Picture 8">
            <a:extLst>
              <a:ext uri="{FF2B5EF4-FFF2-40B4-BE49-F238E27FC236}">
                <a16:creationId xmlns:a16="http://schemas.microsoft.com/office/drawing/2014/main" id="{9336168E-33DE-2E2C-3F3A-3E4FC0819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1325" y="2460200"/>
            <a:ext cx="519001" cy="69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96" name="Google Shape;180;p8">
            <a:extLst>
              <a:ext uri="{FF2B5EF4-FFF2-40B4-BE49-F238E27FC236}">
                <a16:creationId xmlns:a16="http://schemas.microsoft.com/office/drawing/2014/main" id="{273A85B6-13FD-89FF-E669-100D308ACE82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7" name="Rectangle 2096">
            <a:extLst>
              <a:ext uri="{FF2B5EF4-FFF2-40B4-BE49-F238E27FC236}">
                <a16:creationId xmlns:a16="http://schemas.microsoft.com/office/drawing/2014/main" id="{ADF20F1D-E32A-83D7-1C9F-ED56E1ADF5A6}"/>
              </a:ext>
            </a:extLst>
          </p:cNvPr>
          <p:cNvSpPr/>
          <p:nvPr/>
        </p:nvSpPr>
        <p:spPr>
          <a:xfrm>
            <a:off x="7859073" y="3333557"/>
            <a:ext cx="362541" cy="3262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101" name="Connecteur droit avec flèche 2100">
            <a:extLst>
              <a:ext uri="{FF2B5EF4-FFF2-40B4-BE49-F238E27FC236}">
                <a16:creationId xmlns:a16="http://schemas.microsoft.com/office/drawing/2014/main" id="{47334CC6-EC52-DED0-C7E9-A5E77BF2B99A}"/>
              </a:ext>
            </a:extLst>
          </p:cNvPr>
          <p:cNvCxnSpPr>
            <a:cxnSpLocks/>
            <a:stCxn id="1074" idx="3"/>
            <a:endCxn id="2068" idx="1"/>
          </p:cNvCxnSpPr>
          <p:nvPr/>
        </p:nvCxnSpPr>
        <p:spPr>
          <a:xfrm>
            <a:off x="8183500" y="2804834"/>
            <a:ext cx="287825" cy="1367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1755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2" grpId="0" animBg="1"/>
      <p:bldP spid="18" grpId="0" animBg="1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 30">
            <a:extLst>
              <a:ext uri="{FF2B5EF4-FFF2-40B4-BE49-F238E27FC236}">
                <a16:creationId xmlns:a16="http://schemas.microsoft.com/office/drawing/2014/main" id="{6BD4617F-BC09-EF25-6D51-0C11F38E66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284"/>
          <a:stretch>
            <a:fillRect/>
          </a:stretch>
        </p:blipFill>
        <p:spPr>
          <a:xfrm>
            <a:off x="4742120" y="3201818"/>
            <a:ext cx="3816304" cy="1681086"/>
          </a:xfrm>
          <a:prstGeom prst="rect">
            <a:avLst/>
          </a:prstGeom>
        </p:spPr>
      </p:pic>
      <p:sp>
        <p:nvSpPr>
          <p:cNvPr id="178" name="Google Shape;178;p8"/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</a:rPr>
              <a:t>Synthèse analyse descriptive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pic>
        <p:nvPicPr>
          <p:cNvPr id="179" name="Google Shape;17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8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78;p8">
            <a:extLst>
              <a:ext uri="{FF2B5EF4-FFF2-40B4-BE49-F238E27FC236}">
                <a16:creationId xmlns:a16="http://schemas.microsoft.com/office/drawing/2014/main" id="{A8AF3C33-4A88-5872-EAED-84B597DDCB98}"/>
              </a:ext>
            </a:extLst>
          </p:cNvPr>
          <p:cNvSpPr txBox="1">
            <a:spLocks/>
          </p:cNvSpPr>
          <p:nvPr/>
        </p:nvSpPr>
        <p:spPr>
          <a:xfrm>
            <a:off x="3428826" y="784802"/>
            <a:ext cx="2387708" cy="375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1100" b="1" dirty="0">
                <a:solidFill>
                  <a:srgbClr val="0E3449"/>
                </a:solidFill>
                <a:latin typeface="Inter SemiBold"/>
                <a:ea typeface="Inter SemiBold"/>
              </a:rPr>
              <a:t>National vs Rhône-Alpes</a:t>
            </a:r>
            <a:endParaRPr lang="fr-FR" sz="1100" b="1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5" name="Google Shape;181;p8">
            <a:extLst>
              <a:ext uri="{FF2B5EF4-FFF2-40B4-BE49-F238E27FC236}">
                <a16:creationId xmlns:a16="http://schemas.microsoft.com/office/drawing/2014/main" id="{6E9B9A86-9FEE-4DF9-2C6B-AA0F6754E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21646"/>
            <a:ext cx="8520600" cy="358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>
              <a:buNone/>
            </a:pPr>
            <a:endParaRPr lang="fr-FR" sz="1400" dirty="0"/>
          </a:p>
          <a:p>
            <a:pPr marL="114300" lvl="0" indent="0">
              <a:buNone/>
            </a:pPr>
            <a:endParaRPr lang="fr-FR" sz="1400" dirty="0"/>
          </a:p>
          <a:p>
            <a:pPr marL="114300" lvl="0" indent="0">
              <a:buNone/>
            </a:pPr>
            <a:endParaRPr lang="fr-FR" sz="1400" dirty="0"/>
          </a:p>
          <a:p>
            <a:pPr marL="114300" lvl="0" indent="0">
              <a:buNone/>
            </a:pPr>
            <a:endParaRPr lang="fr-FR" sz="1400" dirty="0"/>
          </a:p>
          <a:p>
            <a:pPr marL="114300" lvl="0" indent="0">
              <a:buNone/>
            </a:pPr>
            <a:endParaRPr lang="fr-FR" sz="1400" dirty="0"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 dirty="0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54F499A7-E85C-A18E-220A-597D1BD5296D}"/>
              </a:ext>
            </a:extLst>
          </p:cNvPr>
          <p:cNvSpPr/>
          <p:nvPr/>
        </p:nvSpPr>
        <p:spPr>
          <a:xfrm>
            <a:off x="7733615" y="270191"/>
            <a:ext cx="1098685" cy="3330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9323911-6E5E-E0F1-07ED-A6A7D389B824}"/>
              </a:ext>
            </a:extLst>
          </p:cNvPr>
          <p:cNvSpPr txBox="1"/>
          <p:nvPr/>
        </p:nvSpPr>
        <p:spPr>
          <a:xfrm>
            <a:off x="7704792" y="313600"/>
            <a:ext cx="11563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hlinkClick r:id="rId5"/>
              </a:rPr>
              <a:t>Lien Dashboard</a:t>
            </a:r>
            <a:endParaRPr lang="fr-FR" sz="800" dirty="0"/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D6A6FE1A-72C1-055E-8B81-8233E403EFDF}"/>
              </a:ext>
            </a:extLst>
          </p:cNvPr>
          <p:cNvCxnSpPr>
            <a:cxnSpLocks/>
          </p:cNvCxnSpPr>
          <p:nvPr/>
        </p:nvCxnSpPr>
        <p:spPr>
          <a:xfrm>
            <a:off x="4468243" y="1216963"/>
            <a:ext cx="0" cy="360203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E056DC62-8C9E-3FFB-6932-372DF4AF0062}"/>
              </a:ext>
            </a:extLst>
          </p:cNvPr>
          <p:cNvCxnSpPr>
            <a:cxnSpLocks/>
          </p:cNvCxnSpPr>
          <p:nvPr/>
        </p:nvCxnSpPr>
        <p:spPr>
          <a:xfrm>
            <a:off x="7134931" y="440687"/>
            <a:ext cx="569861" cy="0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Google Shape;178;p8">
            <a:extLst>
              <a:ext uri="{FF2B5EF4-FFF2-40B4-BE49-F238E27FC236}">
                <a16:creationId xmlns:a16="http://schemas.microsoft.com/office/drawing/2014/main" id="{5F91EB25-5676-9A78-8FB2-CA08F937A4E7}"/>
              </a:ext>
            </a:extLst>
          </p:cNvPr>
          <p:cNvSpPr txBox="1">
            <a:spLocks/>
          </p:cNvSpPr>
          <p:nvPr/>
        </p:nvSpPr>
        <p:spPr>
          <a:xfrm>
            <a:off x="249947" y="992387"/>
            <a:ext cx="1965356" cy="228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800" b="1" dirty="0">
                <a:solidFill>
                  <a:srgbClr val="0E3449"/>
                </a:solidFill>
                <a:latin typeface="Inter SemiBold"/>
                <a:ea typeface="Inter SemiBold"/>
              </a:rPr>
              <a:t>Consommation totale – France </a:t>
            </a:r>
            <a:endParaRPr lang="fr-FR" sz="800" b="1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303DB536-0266-DA20-7307-FDFD2DD7F06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0529"/>
          <a:stretch>
            <a:fillRect/>
          </a:stretch>
        </p:blipFill>
        <p:spPr>
          <a:xfrm>
            <a:off x="104187" y="1302842"/>
            <a:ext cx="4305423" cy="1560556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82E18E6C-452B-91DA-6F62-9BAF1FA73F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5758" y="1259431"/>
            <a:ext cx="4240056" cy="1595375"/>
          </a:xfrm>
          <a:prstGeom prst="rect">
            <a:avLst/>
          </a:prstGeom>
        </p:spPr>
      </p:pic>
      <p:sp>
        <p:nvSpPr>
          <p:cNvPr id="27" name="Google Shape;178;p8">
            <a:extLst>
              <a:ext uri="{FF2B5EF4-FFF2-40B4-BE49-F238E27FC236}">
                <a16:creationId xmlns:a16="http://schemas.microsoft.com/office/drawing/2014/main" id="{D1939A7E-40F5-B89A-35FB-D12584E40447}"/>
              </a:ext>
            </a:extLst>
          </p:cNvPr>
          <p:cNvSpPr txBox="1">
            <a:spLocks/>
          </p:cNvSpPr>
          <p:nvPr/>
        </p:nvSpPr>
        <p:spPr>
          <a:xfrm>
            <a:off x="4622680" y="992387"/>
            <a:ext cx="2512251" cy="228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800" b="1" dirty="0">
                <a:solidFill>
                  <a:srgbClr val="0E3449"/>
                </a:solidFill>
                <a:latin typeface="Inter SemiBold"/>
                <a:ea typeface="Inter SemiBold"/>
              </a:rPr>
              <a:t>Consommation totale – Rhône-Alpes </a:t>
            </a:r>
            <a:endParaRPr lang="fr-FR" sz="800" b="1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29" name="Google Shape;178;p8">
            <a:extLst>
              <a:ext uri="{FF2B5EF4-FFF2-40B4-BE49-F238E27FC236}">
                <a16:creationId xmlns:a16="http://schemas.microsoft.com/office/drawing/2014/main" id="{AB5E3F7B-4D5B-A282-729D-54099846D04E}"/>
              </a:ext>
            </a:extLst>
          </p:cNvPr>
          <p:cNvSpPr txBox="1">
            <a:spLocks/>
          </p:cNvSpPr>
          <p:nvPr/>
        </p:nvSpPr>
        <p:spPr>
          <a:xfrm>
            <a:off x="4675756" y="2942178"/>
            <a:ext cx="3233278" cy="228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>
                <a:schemeClr val="dk1"/>
              </a:buClr>
              <a:buSzPts val="2800"/>
              <a:buNone/>
              <a:defRPr sz="800" b="1">
                <a:solidFill>
                  <a:srgbClr val="0E3449"/>
                </a:solidFill>
                <a:latin typeface="Inter SemiBold"/>
                <a:ea typeface="Inter SemiBold"/>
              </a:defRPr>
            </a:lvl1pPr>
            <a:lvl2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fr-FR" dirty="0"/>
              <a:t>Pics de consommation par jour et heure – Rhône-Alpes  </a:t>
            </a:r>
            <a:endParaRPr lang="fr-FR" dirty="0">
              <a:sym typeface="Inter SemiBold"/>
            </a:endParaRPr>
          </a:p>
        </p:txBody>
      </p:sp>
      <p:sp>
        <p:nvSpPr>
          <p:cNvPr id="32" name="Google Shape;178;p8">
            <a:extLst>
              <a:ext uri="{FF2B5EF4-FFF2-40B4-BE49-F238E27FC236}">
                <a16:creationId xmlns:a16="http://schemas.microsoft.com/office/drawing/2014/main" id="{02F91474-2263-4339-0707-4E587447276F}"/>
              </a:ext>
            </a:extLst>
          </p:cNvPr>
          <p:cNvSpPr txBox="1">
            <a:spLocks/>
          </p:cNvSpPr>
          <p:nvPr/>
        </p:nvSpPr>
        <p:spPr>
          <a:xfrm>
            <a:off x="311699" y="2942178"/>
            <a:ext cx="3233278" cy="228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>
                <a:schemeClr val="dk1"/>
              </a:buClr>
              <a:buSzPts val="2800"/>
              <a:buNone/>
              <a:defRPr sz="800" b="1">
                <a:solidFill>
                  <a:srgbClr val="0E3449"/>
                </a:solidFill>
                <a:latin typeface="Inter SemiBold"/>
                <a:ea typeface="Inter SemiBold"/>
              </a:defRPr>
            </a:lvl1pPr>
            <a:lvl2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fr-FR" dirty="0"/>
              <a:t>Pics de consommation par jour et heure – France  </a:t>
            </a:r>
            <a:endParaRPr lang="fr-FR" dirty="0">
              <a:sym typeface="Inter SemiBold"/>
            </a:endParaRPr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3415ED82-BAC3-4FDA-B013-D0CB9DF7A0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1760" y="3201818"/>
            <a:ext cx="3793922" cy="16816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F889B1F9-A9BA-75A4-06E0-C91FDC52C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84681BDA-D142-18E1-2191-03DE1F6FB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25" y="1174655"/>
            <a:ext cx="2900906" cy="1789256"/>
          </a:xfrm>
          <a:prstGeom prst="rect">
            <a:avLst/>
          </a:prstGeom>
        </p:spPr>
      </p:pic>
      <p:sp>
        <p:nvSpPr>
          <p:cNvPr id="178" name="Google Shape;178;p8">
            <a:extLst>
              <a:ext uri="{FF2B5EF4-FFF2-40B4-BE49-F238E27FC236}">
                <a16:creationId xmlns:a16="http://schemas.microsoft.com/office/drawing/2014/main" id="{BB063FBF-E3AB-42AA-3E2E-5AE97439646D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</a:rPr>
              <a:t>Synthèse analyse descriptive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pic>
        <p:nvPicPr>
          <p:cNvPr id="179" name="Google Shape;179;p8">
            <a:extLst>
              <a:ext uri="{FF2B5EF4-FFF2-40B4-BE49-F238E27FC236}">
                <a16:creationId xmlns:a16="http://schemas.microsoft.com/office/drawing/2014/main" id="{6449258E-7EFD-A6F4-3B47-C49B6DB067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8">
            <a:extLst>
              <a:ext uri="{FF2B5EF4-FFF2-40B4-BE49-F238E27FC236}">
                <a16:creationId xmlns:a16="http://schemas.microsoft.com/office/drawing/2014/main" id="{F49E7C9C-A3EC-080C-33B2-B5288C767910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78;p8">
            <a:extLst>
              <a:ext uri="{FF2B5EF4-FFF2-40B4-BE49-F238E27FC236}">
                <a16:creationId xmlns:a16="http://schemas.microsoft.com/office/drawing/2014/main" id="{1563EBE9-16C3-6238-4969-9E03C7CCE61D}"/>
              </a:ext>
            </a:extLst>
          </p:cNvPr>
          <p:cNvSpPr txBox="1">
            <a:spLocks/>
          </p:cNvSpPr>
          <p:nvPr/>
        </p:nvSpPr>
        <p:spPr>
          <a:xfrm>
            <a:off x="3428826" y="784802"/>
            <a:ext cx="2387708" cy="375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1100" b="1" dirty="0">
                <a:solidFill>
                  <a:srgbClr val="0E3449"/>
                </a:solidFill>
                <a:latin typeface="Inter SemiBold"/>
                <a:ea typeface="Inter SemiBold"/>
              </a:rPr>
              <a:t>National vs Rhône-Alpes</a:t>
            </a:r>
            <a:endParaRPr lang="fr-FR" sz="1100" b="1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5" name="Google Shape;181;p8">
            <a:extLst>
              <a:ext uri="{FF2B5EF4-FFF2-40B4-BE49-F238E27FC236}">
                <a16:creationId xmlns:a16="http://schemas.microsoft.com/office/drawing/2014/main" id="{0C534BE6-621E-81CE-3691-31D3967A6A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21646"/>
            <a:ext cx="8520600" cy="358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>
              <a:buNone/>
            </a:pPr>
            <a:endParaRPr lang="fr-FR" sz="1400" dirty="0"/>
          </a:p>
          <a:p>
            <a:pPr marL="114300" lvl="0" indent="0">
              <a:buNone/>
            </a:pPr>
            <a:endParaRPr lang="fr-FR" sz="1400" dirty="0"/>
          </a:p>
          <a:p>
            <a:pPr marL="114300" lvl="0" indent="0">
              <a:buNone/>
            </a:pPr>
            <a:endParaRPr lang="fr-FR" sz="1400" dirty="0"/>
          </a:p>
          <a:p>
            <a:pPr marL="114300" lvl="0" indent="0">
              <a:buNone/>
            </a:pPr>
            <a:endParaRPr lang="fr-FR" sz="1400" dirty="0"/>
          </a:p>
          <a:p>
            <a:pPr marL="114300" lvl="0" indent="0">
              <a:buNone/>
            </a:pPr>
            <a:endParaRPr lang="fr-FR" sz="1400" dirty="0"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 dirty="0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4956CA16-3133-BB74-8768-F067726CCF3A}"/>
              </a:ext>
            </a:extLst>
          </p:cNvPr>
          <p:cNvSpPr/>
          <p:nvPr/>
        </p:nvSpPr>
        <p:spPr>
          <a:xfrm>
            <a:off x="7733615" y="270191"/>
            <a:ext cx="1098685" cy="3330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39A32F8-1D0C-0A09-C3F3-5B1157CC9EB3}"/>
              </a:ext>
            </a:extLst>
          </p:cNvPr>
          <p:cNvSpPr txBox="1"/>
          <p:nvPr/>
        </p:nvSpPr>
        <p:spPr>
          <a:xfrm>
            <a:off x="7704792" y="313600"/>
            <a:ext cx="11563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hlinkClick r:id="rId5"/>
              </a:rPr>
              <a:t>Lien Dashboard</a:t>
            </a:r>
            <a:endParaRPr lang="fr-FR" sz="800" dirty="0"/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8663910F-84C4-1AF2-77A5-37A15C74E151}"/>
              </a:ext>
            </a:extLst>
          </p:cNvPr>
          <p:cNvCxnSpPr>
            <a:cxnSpLocks/>
          </p:cNvCxnSpPr>
          <p:nvPr/>
        </p:nvCxnSpPr>
        <p:spPr>
          <a:xfrm>
            <a:off x="4468243" y="1216963"/>
            <a:ext cx="0" cy="360203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55DB99A6-6595-B370-3BF9-63B835B9C6A0}"/>
              </a:ext>
            </a:extLst>
          </p:cNvPr>
          <p:cNvCxnSpPr>
            <a:cxnSpLocks/>
          </p:cNvCxnSpPr>
          <p:nvPr/>
        </p:nvCxnSpPr>
        <p:spPr>
          <a:xfrm>
            <a:off x="7134931" y="440687"/>
            <a:ext cx="569861" cy="0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Google Shape;178;p8">
            <a:extLst>
              <a:ext uri="{FF2B5EF4-FFF2-40B4-BE49-F238E27FC236}">
                <a16:creationId xmlns:a16="http://schemas.microsoft.com/office/drawing/2014/main" id="{3D391DBE-8CF2-EE5C-2F68-B5607E178464}"/>
              </a:ext>
            </a:extLst>
          </p:cNvPr>
          <p:cNvSpPr txBox="1">
            <a:spLocks/>
          </p:cNvSpPr>
          <p:nvPr/>
        </p:nvSpPr>
        <p:spPr>
          <a:xfrm>
            <a:off x="249946" y="992387"/>
            <a:ext cx="2386285" cy="228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800" b="1" dirty="0">
                <a:solidFill>
                  <a:srgbClr val="0E3449"/>
                </a:solidFill>
                <a:latin typeface="Inter SemiBold"/>
                <a:ea typeface="Inter SemiBold"/>
              </a:rPr>
              <a:t>Répartition du mix énergétique – France </a:t>
            </a:r>
            <a:endParaRPr lang="fr-FR" sz="800" b="1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27" name="Google Shape;178;p8">
            <a:extLst>
              <a:ext uri="{FF2B5EF4-FFF2-40B4-BE49-F238E27FC236}">
                <a16:creationId xmlns:a16="http://schemas.microsoft.com/office/drawing/2014/main" id="{042A2A8D-6005-1889-1403-BC666FC81A37}"/>
              </a:ext>
            </a:extLst>
          </p:cNvPr>
          <p:cNvSpPr txBox="1">
            <a:spLocks/>
          </p:cNvSpPr>
          <p:nvPr/>
        </p:nvSpPr>
        <p:spPr>
          <a:xfrm>
            <a:off x="4622680" y="992387"/>
            <a:ext cx="2512251" cy="228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800" b="1" dirty="0">
                <a:solidFill>
                  <a:srgbClr val="0E3449"/>
                </a:solidFill>
                <a:latin typeface="Inter SemiBold"/>
                <a:ea typeface="Inter SemiBold"/>
              </a:rPr>
              <a:t>Répartition du mix énergétique – Rhône-Alpes </a:t>
            </a:r>
            <a:endParaRPr lang="fr-FR" sz="800" b="1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29" name="Google Shape;178;p8">
            <a:extLst>
              <a:ext uri="{FF2B5EF4-FFF2-40B4-BE49-F238E27FC236}">
                <a16:creationId xmlns:a16="http://schemas.microsoft.com/office/drawing/2014/main" id="{3BB7EFC0-9C01-A997-BF13-4D5D3052106F}"/>
              </a:ext>
            </a:extLst>
          </p:cNvPr>
          <p:cNvSpPr txBox="1">
            <a:spLocks/>
          </p:cNvSpPr>
          <p:nvPr/>
        </p:nvSpPr>
        <p:spPr>
          <a:xfrm>
            <a:off x="4675756" y="2942178"/>
            <a:ext cx="3233278" cy="228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>
                <a:schemeClr val="dk1"/>
              </a:buClr>
              <a:buSzPts val="2800"/>
              <a:buNone/>
              <a:defRPr sz="800" b="1">
                <a:solidFill>
                  <a:srgbClr val="0E3449"/>
                </a:solidFill>
                <a:latin typeface="Inter SemiBold"/>
                <a:ea typeface="Inter SemiBold"/>
              </a:defRPr>
            </a:lvl1pPr>
            <a:lvl2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fr-FR" dirty="0"/>
              <a:t>Profil horaire de production par filière – Rhône-Alpes  </a:t>
            </a:r>
            <a:endParaRPr lang="fr-FR" dirty="0">
              <a:sym typeface="Inter SemiBold"/>
            </a:endParaRPr>
          </a:p>
        </p:txBody>
      </p:sp>
      <p:sp>
        <p:nvSpPr>
          <p:cNvPr id="32" name="Google Shape;178;p8">
            <a:extLst>
              <a:ext uri="{FF2B5EF4-FFF2-40B4-BE49-F238E27FC236}">
                <a16:creationId xmlns:a16="http://schemas.microsoft.com/office/drawing/2014/main" id="{7F99F4F7-0E68-E50D-5D32-4D713CC22797}"/>
              </a:ext>
            </a:extLst>
          </p:cNvPr>
          <p:cNvSpPr txBox="1">
            <a:spLocks/>
          </p:cNvSpPr>
          <p:nvPr/>
        </p:nvSpPr>
        <p:spPr>
          <a:xfrm>
            <a:off x="311699" y="2942178"/>
            <a:ext cx="3233278" cy="228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>
                <a:schemeClr val="dk1"/>
              </a:buClr>
              <a:buSzPts val="2800"/>
              <a:buNone/>
              <a:defRPr sz="800" b="1">
                <a:solidFill>
                  <a:srgbClr val="0E3449"/>
                </a:solidFill>
                <a:latin typeface="Inter SemiBold"/>
                <a:ea typeface="Inter SemiBold"/>
              </a:defRPr>
            </a:lvl1pPr>
            <a:lvl2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fr-FR" dirty="0"/>
              <a:t>Profil horaire de production par filière – France  </a:t>
            </a:r>
            <a:endParaRPr lang="fr-FR" dirty="0">
              <a:sym typeface="Inter SemiBold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3B30B44E-DD21-0F7B-C83D-DEE95BA87D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4905" y="1232699"/>
            <a:ext cx="3041149" cy="1748505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7BF05D77-BCB9-287C-3507-C65413D051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6649" y="3166441"/>
            <a:ext cx="3357640" cy="1698504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47669945-4311-8D2F-8244-227CB848DB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699" y="3180270"/>
            <a:ext cx="3466770" cy="171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304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651C4B41-11A2-44F8-130A-2E0FA8524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>
            <a:extLst>
              <a:ext uri="{FF2B5EF4-FFF2-40B4-BE49-F238E27FC236}">
                <a16:creationId xmlns:a16="http://schemas.microsoft.com/office/drawing/2014/main" id="{834EF362-0DAC-26BA-DE49-3126B33E851C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</a:rPr>
              <a:t>Synthèse analyse descriptive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pic>
        <p:nvPicPr>
          <p:cNvPr id="179" name="Google Shape;179;p8">
            <a:extLst>
              <a:ext uri="{FF2B5EF4-FFF2-40B4-BE49-F238E27FC236}">
                <a16:creationId xmlns:a16="http://schemas.microsoft.com/office/drawing/2014/main" id="{8A80DC4D-7389-7D6B-512A-CD526060F7B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8">
            <a:extLst>
              <a:ext uri="{FF2B5EF4-FFF2-40B4-BE49-F238E27FC236}">
                <a16:creationId xmlns:a16="http://schemas.microsoft.com/office/drawing/2014/main" id="{EBA25A46-D404-8762-7027-760E3E380D1F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>
            <a:extLst>
              <a:ext uri="{FF2B5EF4-FFF2-40B4-BE49-F238E27FC236}">
                <a16:creationId xmlns:a16="http://schemas.microsoft.com/office/drawing/2014/main" id="{5B35C8BD-B301-3C0E-2AF6-DBB412DE24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5049"/>
            <a:ext cx="8520600" cy="358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1400" dirty="0" err="1"/>
              <a:t>wwwww</a:t>
            </a:r>
            <a:endParaRPr sz="1400" dirty="0"/>
          </a:p>
        </p:txBody>
      </p:sp>
      <p:sp>
        <p:nvSpPr>
          <p:cNvPr id="2" name="Google Shape;178;p8">
            <a:extLst>
              <a:ext uri="{FF2B5EF4-FFF2-40B4-BE49-F238E27FC236}">
                <a16:creationId xmlns:a16="http://schemas.microsoft.com/office/drawing/2014/main" id="{EBF06A3A-1FD1-62CC-FA82-868DA8F80F0D}"/>
              </a:ext>
            </a:extLst>
          </p:cNvPr>
          <p:cNvSpPr txBox="1">
            <a:spLocks/>
          </p:cNvSpPr>
          <p:nvPr/>
        </p:nvSpPr>
        <p:spPr>
          <a:xfrm>
            <a:off x="1192664" y="779179"/>
            <a:ext cx="5315100" cy="375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400" b="1" dirty="0">
                <a:solidFill>
                  <a:srgbClr val="0E3449"/>
                </a:solidFill>
                <a:latin typeface="Inter SemiBold"/>
                <a:ea typeface="Inter SemiBold"/>
              </a:rPr>
              <a:t>Facteurs déterminants</a:t>
            </a:r>
            <a:endParaRPr lang="fr-FR" sz="1400" b="1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C5F35B7-8579-8AC5-69D7-CBEC39A33F7E}"/>
              </a:ext>
            </a:extLst>
          </p:cNvPr>
          <p:cNvSpPr txBox="1"/>
          <p:nvPr/>
        </p:nvSpPr>
        <p:spPr>
          <a:xfrm rot="1388443">
            <a:off x="4673601" y="2285712"/>
            <a:ext cx="3244850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rgbClr val="FF0000"/>
                </a:solidFill>
              </a:rPr>
              <a:t>A mettre à jour</a:t>
            </a:r>
          </a:p>
        </p:txBody>
      </p:sp>
    </p:spTree>
    <p:extLst>
      <p:ext uri="{BB962C8B-B14F-4D97-AF65-F5344CB8AC3E}">
        <p14:creationId xmlns:p14="http://schemas.microsoft.com/office/powerpoint/2010/main" val="2290935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C0DE9A44-9CF9-E733-9B6A-0F7633CFB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>
            <a:extLst>
              <a:ext uri="{FF2B5EF4-FFF2-40B4-BE49-F238E27FC236}">
                <a16:creationId xmlns:a16="http://schemas.microsoft.com/office/drawing/2014/main" id="{1DE246AA-5B17-33A5-5EF2-125E8EA81EFC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</a:rPr>
              <a:t>Résultats du modèle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pic>
        <p:nvPicPr>
          <p:cNvPr id="179" name="Google Shape;179;p8">
            <a:extLst>
              <a:ext uri="{FF2B5EF4-FFF2-40B4-BE49-F238E27FC236}">
                <a16:creationId xmlns:a16="http://schemas.microsoft.com/office/drawing/2014/main" id="{9E380506-1D6F-31B2-517B-D06D18BF62B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8">
            <a:extLst>
              <a:ext uri="{FF2B5EF4-FFF2-40B4-BE49-F238E27FC236}">
                <a16:creationId xmlns:a16="http://schemas.microsoft.com/office/drawing/2014/main" id="{B33B5780-2AE1-5BF1-2FBD-D258D73D14AD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78;p8">
            <a:extLst>
              <a:ext uri="{FF2B5EF4-FFF2-40B4-BE49-F238E27FC236}">
                <a16:creationId xmlns:a16="http://schemas.microsoft.com/office/drawing/2014/main" id="{010F41C2-7624-67DE-B008-1F392C11A870}"/>
              </a:ext>
            </a:extLst>
          </p:cNvPr>
          <p:cNvSpPr txBox="1">
            <a:spLocks/>
          </p:cNvSpPr>
          <p:nvPr/>
        </p:nvSpPr>
        <p:spPr>
          <a:xfrm>
            <a:off x="1192664" y="779179"/>
            <a:ext cx="5315100" cy="375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400" b="1" dirty="0">
                <a:solidFill>
                  <a:srgbClr val="0E3449"/>
                </a:solidFill>
                <a:latin typeface="Inter SemiBold"/>
                <a:ea typeface="Inter SemiBold"/>
              </a:rPr>
              <a:t>Prévision sur 3 jours</a:t>
            </a:r>
            <a:endParaRPr lang="fr-FR" sz="1400" b="1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3" name="Google Shape;181;p8">
            <a:extLst>
              <a:ext uri="{FF2B5EF4-FFF2-40B4-BE49-F238E27FC236}">
                <a16:creationId xmlns:a16="http://schemas.microsoft.com/office/drawing/2014/main" id="{4CE4F7BC-7633-613C-E54B-260F1EA040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5049"/>
            <a:ext cx="8520600" cy="358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1400" dirty="0" err="1"/>
              <a:t>wwwww</a:t>
            </a:r>
            <a:endParaRPr sz="14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E6C0F5D-5C4B-4C9E-FDE6-2854D7F6D149}"/>
              </a:ext>
            </a:extLst>
          </p:cNvPr>
          <p:cNvSpPr txBox="1"/>
          <p:nvPr/>
        </p:nvSpPr>
        <p:spPr>
          <a:xfrm rot="1388443">
            <a:off x="4673601" y="2279362"/>
            <a:ext cx="3244850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rgbClr val="FF0000"/>
                </a:solidFill>
              </a:rPr>
              <a:t>A mettre à jour</a:t>
            </a:r>
          </a:p>
        </p:txBody>
      </p:sp>
    </p:spTree>
    <p:extLst>
      <p:ext uri="{BB962C8B-B14F-4D97-AF65-F5344CB8AC3E}">
        <p14:creationId xmlns:p14="http://schemas.microsoft.com/office/powerpoint/2010/main" val="3332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58A036A3-12A3-0876-F8C4-16DF8EB01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>
            <a:extLst>
              <a:ext uri="{FF2B5EF4-FFF2-40B4-BE49-F238E27FC236}">
                <a16:creationId xmlns:a16="http://schemas.microsoft.com/office/drawing/2014/main" id="{C70766F9-707C-9B0E-5A17-F03AA1792E9A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500" i="0" u="none" strike="noStrike" cap="none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Valeur ajoutée et perspectives</a:t>
            </a:r>
            <a:endParaRPr sz="2500" i="0" u="none" strike="noStrike" cap="none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71" name="Google Shape;71;p3">
            <a:extLst>
              <a:ext uri="{FF2B5EF4-FFF2-40B4-BE49-F238E27FC236}">
                <a16:creationId xmlns:a16="http://schemas.microsoft.com/office/drawing/2014/main" id="{0D254382-3C85-366A-BCB7-C959FDC33EDB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AAA56D5A-3C19-B942-63B4-B096D62008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010F8FA-C28E-A43A-D055-D8E240B71778}"/>
              </a:ext>
            </a:extLst>
          </p:cNvPr>
          <p:cNvSpPr/>
          <p:nvPr/>
        </p:nvSpPr>
        <p:spPr>
          <a:xfrm>
            <a:off x="654529" y="1349809"/>
            <a:ext cx="3767714" cy="3218932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300"/>
              </a:spcBef>
              <a:buClrTx/>
              <a:buFont typeface="Arial" panose="020B0604020202020204" pitchFamily="34" charset="0"/>
              <a:buChar char="•"/>
              <a:defRPr/>
            </a:pPr>
            <a:endParaRPr lang="fr-FR" kern="1200" dirty="0">
              <a:latin typeface="Calibri"/>
              <a:ea typeface="Calibri"/>
              <a:cs typeface="Calibri"/>
            </a:endParaRP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r-FR" b="1" dirty="0"/>
              <a:t>Visibilité sur 3 jours</a:t>
            </a:r>
            <a:r>
              <a:rPr lang="fr-FR" dirty="0"/>
              <a:t>, permettant une planification énergétique plus fiable</a:t>
            </a: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r-FR" b="1" dirty="0"/>
              <a:t>Détection proactive des pics et creux</a:t>
            </a:r>
            <a:r>
              <a:rPr lang="fr-FR" dirty="0"/>
              <a:t>, contribuant à un réseau plus stable</a:t>
            </a: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r-FR" b="1" dirty="0"/>
              <a:t>Analyse régionale précise</a:t>
            </a:r>
            <a:r>
              <a:rPr lang="fr-FR" dirty="0"/>
              <a:t>, facilitant la priorisation des zones à fort potentiel solaire</a:t>
            </a: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r-FR" b="1" dirty="0"/>
              <a:t>Outil d’aide à la décision simple, clair et directement exploitable</a:t>
            </a:r>
            <a:endParaRPr lang="fr-FR" dirty="0"/>
          </a:p>
          <a:p>
            <a:pPr>
              <a:spcBef>
                <a:spcPts val="300"/>
              </a:spcBef>
              <a:buClrTx/>
              <a:defRPr/>
            </a:pPr>
            <a:endParaRPr lang="fr-FR" kern="1200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35907B-6989-788E-7DC3-A17A61D93F25}"/>
              </a:ext>
            </a:extLst>
          </p:cNvPr>
          <p:cNvSpPr/>
          <p:nvPr/>
        </p:nvSpPr>
        <p:spPr>
          <a:xfrm>
            <a:off x="4912911" y="1349809"/>
            <a:ext cx="3767714" cy="3218932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300"/>
              </a:spcBef>
              <a:buClrTx/>
              <a:buFont typeface="Arial" panose="020B0604020202020204" pitchFamily="34" charset="0"/>
              <a:buChar char="•"/>
              <a:defRPr/>
            </a:pPr>
            <a:endParaRPr lang="fr-FR" kern="1200" dirty="0">
              <a:latin typeface="Calibri"/>
              <a:ea typeface="Calibri"/>
              <a:cs typeface="Calibri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r-FR" b="1" dirty="0"/>
              <a:t>Passage en temps réel</a:t>
            </a:r>
            <a:r>
              <a:rPr lang="fr-FR" dirty="0"/>
              <a:t> des données et des prévisions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r-FR" b="1" dirty="0"/>
              <a:t>Ajout d’une prévision </a:t>
            </a:r>
            <a:r>
              <a:rPr lang="fr-FR" b="1" dirty="0" err="1"/>
              <a:t>intraday</a:t>
            </a:r>
            <a:r>
              <a:rPr lang="fr-FR" dirty="0"/>
              <a:t>, appuyée sur les données RTE mises à jour toutes les 30 minutes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r-FR" b="1" dirty="0"/>
              <a:t>Enrichissement par données satellitaires avancées</a:t>
            </a:r>
            <a:r>
              <a:rPr lang="fr-FR" dirty="0"/>
              <a:t> (nuages, albédo, couverture atmosphérique)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0363B15A-A0C9-C3C8-63BB-CDD69C135FDC}"/>
              </a:ext>
            </a:extLst>
          </p:cNvPr>
          <p:cNvSpPr/>
          <p:nvPr/>
        </p:nvSpPr>
        <p:spPr>
          <a:xfrm>
            <a:off x="463375" y="1061359"/>
            <a:ext cx="576900" cy="576900"/>
          </a:xfrm>
          <a:prstGeom prst="ellipse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D2D4CD58-268F-2BAD-F9AA-0A0C8A5BE5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60004" y="1144627"/>
            <a:ext cx="375496" cy="377786"/>
          </a:xfrm>
          <a:prstGeom prst="rect">
            <a:avLst/>
          </a:prstGeom>
        </p:spPr>
      </p:pic>
      <p:sp>
        <p:nvSpPr>
          <p:cNvPr id="16" name="Ellipse 15">
            <a:extLst>
              <a:ext uri="{FF2B5EF4-FFF2-40B4-BE49-F238E27FC236}">
                <a16:creationId xmlns:a16="http://schemas.microsoft.com/office/drawing/2014/main" id="{5F896893-885B-D70B-25B5-CAABE54E0893}"/>
              </a:ext>
            </a:extLst>
          </p:cNvPr>
          <p:cNvSpPr/>
          <p:nvPr/>
        </p:nvSpPr>
        <p:spPr>
          <a:xfrm>
            <a:off x="4647650" y="1061359"/>
            <a:ext cx="576900" cy="576900"/>
          </a:xfrm>
          <a:prstGeom prst="ellipse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6EC7C46-975B-FBFB-4AEA-EBA9F7AF7291}"/>
              </a:ext>
            </a:extLst>
          </p:cNvPr>
          <p:cNvSpPr txBox="1"/>
          <p:nvPr/>
        </p:nvSpPr>
        <p:spPr>
          <a:xfrm>
            <a:off x="4647650" y="1134365"/>
            <a:ext cx="1522339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050" b="1" dirty="0" err="1">
                <a:solidFill>
                  <a:srgbClr val="00B050"/>
                </a:solidFill>
              </a:rPr>
              <a:t>What’s</a:t>
            </a:r>
            <a:endParaRPr lang="fr-FR" sz="1050" b="1" dirty="0">
              <a:solidFill>
                <a:srgbClr val="00B050"/>
              </a:solidFill>
            </a:endParaRPr>
          </a:p>
          <a:p>
            <a:r>
              <a:rPr lang="fr-FR" sz="1050" b="1" dirty="0" err="1">
                <a:solidFill>
                  <a:srgbClr val="00B050"/>
                </a:solidFill>
              </a:rPr>
              <a:t>next</a:t>
            </a:r>
            <a:r>
              <a:rPr lang="fr-FR" sz="1050" b="1" dirty="0">
                <a:solidFill>
                  <a:srgbClr val="00B050"/>
                </a:solidFill>
              </a:rPr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3315518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3BCB29B3-B3D2-DE90-1424-FBF05B303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1465D56F-7913-AD4E-8248-AEC9AC3FBC16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040272" y="1702750"/>
            <a:ext cx="5315100" cy="13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Annexes</a:t>
            </a:r>
            <a:endParaRPr sz="45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3" name="Google Shape;63;p14">
            <a:extLst>
              <a:ext uri="{FF2B5EF4-FFF2-40B4-BE49-F238E27FC236}">
                <a16:creationId xmlns:a16="http://schemas.microsoft.com/office/drawing/2014/main" id="{0E69C9FD-1E2B-ED3F-EE4F-0F766FA3F0C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8646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06EDD131-5809-747C-6E95-185A073DB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>
            <a:extLst>
              <a:ext uri="{FF2B5EF4-FFF2-40B4-BE49-F238E27FC236}">
                <a16:creationId xmlns:a16="http://schemas.microsoft.com/office/drawing/2014/main" id="{CFE260F2-EC75-DDF8-CE55-329FB5D8E4C4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it-IT" sz="2500" i="0" u="none" strike="noStrike" cap="none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Ressourses projet</a:t>
            </a:r>
          </a:p>
        </p:txBody>
      </p:sp>
      <p:pic>
        <p:nvPicPr>
          <p:cNvPr id="97" name="Google Shape;97;p5">
            <a:extLst>
              <a:ext uri="{FF2B5EF4-FFF2-40B4-BE49-F238E27FC236}">
                <a16:creationId xmlns:a16="http://schemas.microsoft.com/office/drawing/2014/main" id="{66739ED7-F6B1-16FF-21A5-52FBD2C06D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5">
            <a:extLst>
              <a:ext uri="{FF2B5EF4-FFF2-40B4-BE49-F238E27FC236}">
                <a16:creationId xmlns:a16="http://schemas.microsoft.com/office/drawing/2014/main" id="{CF1380DA-0568-3714-99DF-1C8C31BCE89D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81;p8">
            <a:extLst>
              <a:ext uri="{FF2B5EF4-FFF2-40B4-BE49-F238E27FC236}">
                <a16:creationId xmlns:a16="http://schemas.microsoft.com/office/drawing/2014/main" id="{9EF8D937-D220-A74B-8191-12E681FE1A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5049"/>
            <a:ext cx="8520600" cy="358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>
              <a:spcBef>
                <a:spcPts val="1200"/>
              </a:spcBef>
              <a:buNone/>
            </a:pPr>
            <a:r>
              <a:rPr lang="fr-FR" sz="1400" b="1" dirty="0"/>
              <a:t>Lien </a:t>
            </a:r>
            <a:r>
              <a:rPr lang="fr-FR" sz="1400" b="1" dirty="0" err="1"/>
              <a:t>Github</a:t>
            </a:r>
            <a:r>
              <a:rPr lang="fr-FR" sz="1400" b="1" dirty="0"/>
              <a:t> : </a:t>
            </a:r>
            <a:r>
              <a:rPr lang="fr-FR" sz="1400" dirty="0">
                <a:hlinkClick r:id="rId4"/>
              </a:rPr>
              <a:t>https://github.com/Sheikoh/REnergies_efficiency_prediction.git</a:t>
            </a:r>
            <a:endParaRPr lang="fr-FR" sz="1400" dirty="0"/>
          </a:p>
          <a:p>
            <a:pPr marL="114300" lvl="0" indent="0">
              <a:spcBef>
                <a:spcPts val="1200"/>
              </a:spcBef>
              <a:buNone/>
            </a:pPr>
            <a:r>
              <a:rPr lang="fr-FR" sz="1400" b="1" dirty="0"/>
              <a:t>Lien Dashboard : </a:t>
            </a:r>
            <a:r>
              <a:rPr lang="fr-FR" sz="1400" dirty="0">
                <a:hlinkClick r:id="rId5"/>
              </a:rPr>
              <a:t>https://renergies99-dashboard.hf.space/</a:t>
            </a:r>
            <a:endParaRPr lang="fr-FR" sz="1400" dirty="0"/>
          </a:p>
          <a:p>
            <a:pPr marL="114300" lvl="0" indent="0">
              <a:spcBef>
                <a:spcPts val="1200"/>
              </a:spcBef>
              <a:buNone/>
            </a:pPr>
            <a:r>
              <a:rPr lang="fr-FR" sz="1400" b="1" dirty="0"/>
              <a:t>Lien </a:t>
            </a:r>
            <a:r>
              <a:rPr lang="fr-FR" sz="1400" b="1" dirty="0" err="1"/>
              <a:t>Mlflow</a:t>
            </a:r>
            <a:r>
              <a:rPr lang="fr-FR" sz="1400" b="1" dirty="0"/>
              <a:t> : </a:t>
            </a:r>
            <a:r>
              <a:rPr lang="fr-FR" sz="1400" dirty="0">
                <a:hlinkClick r:id="rId6"/>
              </a:rPr>
              <a:t>https://renergies99-mlflow.hf.space/</a:t>
            </a:r>
            <a:endParaRPr lang="fr-FR" sz="1400" dirty="0"/>
          </a:p>
          <a:p>
            <a:pPr marL="114300" lvl="0" indent="0">
              <a:spcBef>
                <a:spcPts val="1200"/>
              </a:spcBef>
              <a:buNone/>
            </a:pPr>
            <a:r>
              <a:rPr lang="fr-FR" sz="1400" b="1" dirty="0"/>
              <a:t>Lien API : </a:t>
            </a:r>
            <a:r>
              <a:rPr lang="fr-FR" sz="1400" dirty="0">
                <a:hlinkClick r:id="rId7"/>
              </a:rPr>
              <a:t>https://renergies99-api-renergy.hf.space/</a:t>
            </a:r>
            <a:endParaRPr lang="fr-FR" sz="1400" dirty="0"/>
          </a:p>
          <a:p>
            <a:pPr marL="114300" lvl="0" indent="0">
              <a:buNone/>
            </a:pPr>
            <a:endParaRPr lang="fr-FR" sz="1400" dirty="0"/>
          </a:p>
          <a:p>
            <a:pPr marL="114300" lvl="0" indent="0">
              <a:buNone/>
            </a:pP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4088050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54B39E8E-2AB4-298D-C3FD-3B563ED89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>
            <a:extLst>
              <a:ext uri="{FF2B5EF4-FFF2-40B4-BE49-F238E27FC236}">
                <a16:creationId xmlns:a16="http://schemas.microsoft.com/office/drawing/2014/main" id="{A01AE6FF-5294-F6EC-FB0D-D63D7D63D71C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it-IT" sz="2500" i="0" u="none" strike="noStrike" cap="none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Sources de données</a:t>
            </a:r>
          </a:p>
        </p:txBody>
      </p:sp>
      <p:pic>
        <p:nvPicPr>
          <p:cNvPr id="97" name="Google Shape;97;p5">
            <a:extLst>
              <a:ext uri="{FF2B5EF4-FFF2-40B4-BE49-F238E27FC236}">
                <a16:creationId xmlns:a16="http://schemas.microsoft.com/office/drawing/2014/main" id="{7FFB1AFA-ABA9-029D-77BD-FB2682A2296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5">
            <a:extLst>
              <a:ext uri="{FF2B5EF4-FFF2-40B4-BE49-F238E27FC236}">
                <a16:creationId xmlns:a16="http://schemas.microsoft.com/office/drawing/2014/main" id="{33F93AD1-3891-482A-2CFB-204DAC688B8B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1F110593-1E38-6872-65AA-F9F3DBB52889}"/>
              </a:ext>
            </a:extLst>
          </p:cNvPr>
          <p:cNvGraphicFramePr>
            <a:graphicFrameLocks noGrp="1"/>
          </p:cNvGraphicFramePr>
          <p:nvPr/>
        </p:nvGraphicFramePr>
        <p:xfrm>
          <a:off x="463375" y="1160010"/>
          <a:ext cx="8283386" cy="248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8225">
                  <a:extLst>
                    <a:ext uri="{9D8B030D-6E8A-4147-A177-3AD203B41FA5}">
                      <a16:colId xmlns:a16="http://schemas.microsoft.com/office/drawing/2014/main" val="2306203329"/>
                    </a:ext>
                  </a:extLst>
                </a:gridCol>
                <a:gridCol w="3031958">
                  <a:extLst>
                    <a:ext uri="{9D8B030D-6E8A-4147-A177-3AD203B41FA5}">
                      <a16:colId xmlns:a16="http://schemas.microsoft.com/office/drawing/2014/main" val="2541688145"/>
                    </a:ext>
                  </a:extLst>
                </a:gridCol>
                <a:gridCol w="2033256">
                  <a:extLst>
                    <a:ext uri="{9D8B030D-6E8A-4147-A177-3AD203B41FA5}">
                      <a16:colId xmlns:a16="http://schemas.microsoft.com/office/drawing/2014/main" val="3557785877"/>
                    </a:ext>
                  </a:extLst>
                </a:gridCol>
                <a:gridCol w="2309947">
                  <a:extLst>
                    <a:ext uri="{9D8B030D-6E8A-4147-A177-3AD203B41FA5}">
                      <a16:colId xmlns:a16="http://schemas.microsoft.com/office/drawing/2014/main" val="3224508020"/>
                    </a:ext>
                  </a:extLst>
                </a:gridCol>
              </a:tblGrid>
              <a:tr h="226137">
                <a:tc>
                  <a:txBody>
                    <a:bodyPr/>
                    <a:lstStyle/>
                    <a:p>
                      <a:r>
                        <a:rPr lang="fr-FR" sz="10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Commentaires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00"/>
                        <a:t>Lien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36746"/>
                  </a:ext>
                </a:extLst>
              </a:tr>
              <a:tr h="476255">
                <a:tc>
                  <a:txBody>
                    <a:bodyPr/>
                    <a:lstStyle/>
                    <a:p>
                      <a:r>
                        <a:rPr lang="fr-FR" sz="800" dirty="0" err="1"/>
                        <a:t>Dataset</a:t>
                      </a:r>
                      <a:endParaRPr lang="fr-F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900" b="1" dirty="0"/>
                        <a:t>Données de production RTE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900" dirty="0"/>
                        <a:t>National : historique sur 14 ans</a:t>
                      </a:r>
                    </a:p>
                    <a:p>
                      <a:r>
                        <a:rPr lang="fr-FR" sz="900" dirty="0"/>
                        <a:t>Régional : historique sur 5 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hlinkClick r:id="rId4"/>
                        </a:rPr>
                        <a:t>https://www.rte-france.com/donnees-publications/eco2mix-donnees-temps-reel/telecharger-indicateurs</a:t>
                      </a:r>
                      <a:endParaRPr lang="fr-FR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4868334"/>
                  </a:ext>
                </a:extLst>
              </a:tr>
              <a:tr h="4762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800" dirty="0" err="1"/>
                        <a:t>Dataset</a:t>
                      </a:r>
                      <a:endParaRPr lang="fr-F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900" b="1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Imagerie satellite Landsat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900" dirty="0"/>
                        <a:t>Images satellites et métadonnées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hlinkClick r:id="rId5"/>
                        </a:rPr>
                        <a:t>https://code.usgs.gov/eros-user-services/accessing_landsat_data</a:t>
                      </a:r>
                      <a:endParaRPr lang="fr-FR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6933637"/>
                  </a:ext>
                </a:extLst>
              </a:tr>
              <a:tr h="5586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800" dirty="0"/>
                        <a:t>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900" b="1" dirty="0"/>
                        <a:t>Données météo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900" dirty="0"/>
                        <a:t>Données historiques et données prédictives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 sz="700" dirty="0"/>
                    </a:p>
                    <a:p>
                      <a:r>
                        <a:rPr lang="fr-FR" sz="700" dirty="0">
                          <a:hlinkClick r:id="rId6"/>
                        </a:rPr>
                        <a:t>https://openweathermap.org/api/one-call-3</a:t>
                      </a:r>
                      <a:endParaRPr lang="fr-FR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7866597"/>
                  </a:ext>
                </a:extLst>
              </a:tr>
              <a:tr h="5586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800" dirty="0" err="1"/>
                        <a:t>Dataset</a:t>
                      </a:r>
                      <a:endParaRPr lang="fr-F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900" b="1" dirty="0"/>
                        <a:t>Données activité solaire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900" dirty="0"/>
                        <a:t>Données historiques et données prédictives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700" dirty="0">
                          <a:hlinkClick r:id="rId7"/>
                        </a:rPr>
                        <a:t>https://www.ngdc.noaa.gov/stp/space-weather/swpc-products/daily_reports/solar_geophysical_activity_summaries/</a:t>
                      </a:r>
                      <a:endParaRPr lang="fr-FR" sz="700" dirty="0"/>
                    </a:p>
                    <a:p>
                      <a:endParaRPr lang="fr-FR" sz="700" dirty="0"/>
                    </a:p>
                    <a:p>
                      <a:r>
                        <a:rPr lang="fr-FR" sz="700" dirty="0">
                          <a:hlinkClick r:id="rId8"/>
                        </a:rPr>
                        <a:t>https://www.ngdc.noaa.gov/stp/space-weather/swpc-products/daily_reports/daypre/</a:t>
                      </a:r>
                      <a:endParaRPr lang="fr-FR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4688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0613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149C7C7C-BAA8-5CBB-3ADE-1F9924D08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>
            <a:extLst>
              <a:ext uri="{FF2B5EF4-FFF2-40B4-BE49-F238E27FC236}">
                <a16:creationId xmlns:a16="http://schemas.microsoft.com/office/drawing/2014/main" id="{3BC85E95-4F59-55B9-B380-6FD61AF2CA9D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3" y="403309"/>
            <a:ext cx="7315027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it-IT" sz="2500" i="0" u="none" strike="noStrike" cap="none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Méthodologie projet </a:t>
            </a:r>
            <a:r>
              <a:rPr lang="it-IT" sz="1400" i="0" u="none" strike="noStrike" cap="none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(tâches et cadencement)</a:t>
            </a:r>
            <a:endParaRPr lang="it-IT" sz="2500" i="0" u="none" strike="noStrike" cap="none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97" name="Google Shape;97;p5">
            <a:extLst>
              <a:ext uri="{FF2B5EF4-FFF2-40B4-BE49-F238E27FC236}">
                <a16:creationId xmlns:a16="http://schemas.microsoft.com/office/drawing/2014/main" id="{AE804739-9F31-8454-FC28-DA6E66AC7E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5">
            <a:extLst>
              <a:ext uri="{FF2B5EF4-FFF2-40B4-BE49-F238E27FC236}">
                <a16:creationId xmlns:a16="http://schemas.microsoft.com/office/drawing/2014/main" id="{C587BB39-15DC-9EC4-AE06-F77DE2D85966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6B59FC8E-B1AF-6E01-CC30-CE12D63DD2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845409"/>
              </p:ext>
            </p:extLst>
          </p:nvPr>
        </p:nvGraphicFramePr>
        <p:xfrm>
          <a:off x="274320" y="1149350"/>
          <a:ext cx="8660130" cy="33466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0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42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97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60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84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0646">
                <a:tc>
                  <a:txBody>
                    <a:bodyPr/>
                    <a:lstStyle/>
                    <a:p>
                      <a:r>
                        <a:rPr sz="9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Sujet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Date Début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 err="1"/>
                        <a:t>Statut</a:t>
                      </a: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Avancement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Date </a:t>
                      </a:r>
                      <a:r>
                        <a:rPr sz="900" dirty="0" err="1"/>
                        <a:t>clôture</a:t>
                      </a:r>
                      <a:endParaRPr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605"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Kick-off projet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 err="1"/>
                        <a:t>Cadrage</a:t>
                      </a:r>
                      <a:r>
                        <a:rPr sz="900" dirty="0"/>
                        <a:t> </a:t>
                      </a:r>
                      <a:r>
                        <a:rPr sz="900" dirty="0" err="1"/>
                        <a:t>besoin</a:t>
                      </a:r>
                      <a:r>
                        <a:rPr sz="900" dirty="0"/>
                        <a:t> + </a:t>
                      </a:r>
                      <a:r>
                        <a:rPr sz="900" dirty="0" err="1"/>
                        <a:t>périmètre</a:t>
                      </a: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07/11/2025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Finalisée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11/11/2025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605">
                <a:tc>
                  <a:txBody>
                    <a:bodyPr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Collecte météo - historique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Appel API OpenWeather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12/11/2025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Finalisée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17/11/2025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605"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Collecte météo - prédictions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Appel API OpenWeather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19/11/2025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En cours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646"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Données solaires hist.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NOAA / SWPC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12/11/2025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Finalisée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17/11/2025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646">
                <a:tc>
                  <a:txBody>
                    <a:bodyPr/>
                    <a:lstStyle/>
                    <a:p>
                      <a:r>
                        <a:rPr sz="9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Données solaires préd.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NOAA / SWPC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19/11/2025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Finalisée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21/11/2025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646">
                <a:tc>
                  <a:txBody>
                    <a:bodyPr/>
                    <a:lstStyle/>
                    <a:p>
                      <a:r>
                        <a:rPr sz="9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Données 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ODRE + 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12/11/2025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Finalisée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17/11/2025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646">
                <a:tc>
                  <a:txBody>
                    <a:bodyPr/>
                    <a:lstStyle/>
                    <a:p>
                      <a:r>
                        <a:rPr sz="9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Auto. prod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Script + 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19/11/2025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Finalisée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19/11/2025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646">
                <a:tc>
                  <a:txBody>
                    <a:bodyPr/>
                    <a:lstStyle/>
                    <a:p>
                      <a:r>
                        <a:rPr sz="9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 err="1"/>
                        <a:t>Imagerie</a:t>
                      </a:r>
                      <a:r>
                        <a:rPr sz="900" dirty="0"/>
                        <a:t> satellite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Landsat + rasterio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12/11/2025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En cours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0646">
                <a:tc>
                  <a:txBody>
                    <a:bodyPr/>
                    <a:lstStyle/>
                    <a:p>
                      <a:r>
                        <a:rPr sz="9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 err="1"/>
                        <a:t>Nettoyage</a:t>
                      </a:r>
                      <a:r>
                        <a:rPr sz="900" dirty="0"/>
                        <a:t> données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Harmonisation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12/11/2025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Finalisée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17/11/2025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0646">
                <a:tc>
                  <a:txBody>
                    <a:bodyPr/>
                    <a:lstStyle/>
                    <a:p>
                      <a:r>
                        <a:rPr sz="9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 err="1"/>
                        <a:t>Schéma</a:t>
                      </a:r>
                      <a:r>
                        <a:rPr sz="900" dirty="0"/>
                        <a:t> </a:t>
                      </a:r>
                      <a:r>
                        <a:rPr sz="900" dirty="0" err="1"/>
                        <a:t>cible</a:t>
                      </a: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Tables + jointures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12/11/2025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En cours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0646">
                <a:tc>
                  <a:txBody>
                    <a:bodyPr/>
                    <a:lstStyle/>
                    <a:p>
                      <a:r>
                        <a:rPr sz="90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Analyse explor.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Viz météo + prod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12/11/2025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Finalisée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12/11/2025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7282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662A3CAC-EC1B-AA45-9E20-E12144E1F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>
            <a:extLst>
              <a:ext uri="{FF2B5EF4-FFF2-40B4-BE49-F238E27FC236}">
                <a16:creationId xmlns:a16="http://schemas.microsoft.com/office/drawing/2014/main" id="{CBB00398-E180-1580-BB88-2943694B8528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3" y="403309"/>
            <a:ext cx="7315027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it-IT" sz="2500" i="0" u="none" strike="noStrike" cap="none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Méthodologie projet </a:t>
            </a:r>
            <a:r>
              <a:rPr lang="it-IT" sz="1400" i="0" u="none" strike="noStrike" cap="none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(tâches et cadencement)</a:t>
            </a:r>
            <a:endParaRPr lang="it-IT" sz="2500" i="0" u="none" strike="noStrike" cap="none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97" name="Google Shape;97;p5">
            <a:extLst>
              <a:ext uri="{FF2B5EF4-FFF2-40B4-BE49-F238E27FC236}">
                <a16:creationId xmlns:a16="http://schemas.microsoft.com/office/drawing/2014/main" id="{9ABA4C2F-249B-BC63-451A-EE400E7D87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5">
            <a:extLst>
              <a:ext uri="{FF2B5EF4-FFF2-40B4-BE49-F238E27FC236}">
                <a16:creationId xmlns:a16="http://schemas.microsoft.com/office/drawing/2014/main" id="{CD20B7B3-1FD3-F449-A24A-304C0F5D8EB3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946331AE-73F0-28FF-B3AA-2EEF9B330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12335"/>
              </p:ext>
            </p:extLst>
          </p:nvPr>
        </p:nvGraphicFramePr>
        <p:xfrm>
          <a:off x="274320" y="1149350"/>
          <a:ext cx="8660130" cy="2578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0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42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97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60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84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6456">
                <a:tc>
                  <a:txBody>
                    <a:bodyPr/>
                    <a:lstStyle/>
                    <a:p>
                      <a:r>
                        <a:rPr sz="9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Sujet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Date Début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 err="1"/>
                        <a:t>Statut</a:t>
                      </a: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Avancement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Date </a:t>
                      </a:r>
                      <a:r>
                        <a:rPr sz="900" dirty="0" err="1"/>
                        <a:t>clôture</a:t>
                      </a:r>
                      <a:endParaRPr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456">
                <a:tc>
                  <a:txBody>
                    <a:bodyPr/>
                    <a:lstStyle/>
                    <a:p>
                      <a:r>
                        <a:rPr sz="9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Feature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Variables temp/spat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13/11/2025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En cours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6456">
                <a:tc>
                  <a:txBody>
                    <a:bodyPr/>
                    <a:lstStyle/>
                    <a:p>
                      <a:r>
                        <a:rPr sz="9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Modélisation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MLflow + 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13/11/2025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En cours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6456">
                <a:tc>
                  <a:txBody>
                    <a:bodyPr/>
                    <a:lstStyle/>
                    <a:p>
                      <a:r>
                        <a:rPr sz="90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Évaluation modèle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 err="1"/>
                        <a:t>Métriques</a:t>
                      </a: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17/11/2025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En cours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6456">
                <a:tc>
                  <a:txBody>
                    <a:bodyPr/>
                    <a:lstStyle/>
                    <a:p>
                      <a:r>
                        <a:rPr sz="90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FastAPI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900" dirty="0"/>
                        <a:t>17/11/2025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En cours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6456">
                <a:tc>
                  <a:txBody>
                    <a:bodyPr/>
                    <a:lstStyle/>
                    <a:p>
                      <a:r>
                        <a:rPr sz="90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Streamlit / Plotly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13/11/2025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En cours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6456">
                <a:tc>
                  <a:txBody>
                    <a:bodyPr/>
                    <a:lstStyle/>
                    <a:p>
                      <a:r>
                        <a:rPr sz="90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Tests finaux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19/11/2025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En cours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6456">
                <a:tc>
                  <a:txBody>
                    <a:bodyPr/>
                    <a:lstStyle/>
                    <a:p>
                      <a:r>
                        <a:rPr sz="90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Slides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Structure soutenance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18/11/2025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En cours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86456">
                <a:tc>
                  <a:txBody>
                    <a:bodyPr/>
                    <a:lstStyle/>
                    <a:p>
                      <a:r>
                        <a:rPr sz="90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Soutenance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Présentation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25/11/2025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À faire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2402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 txBox="1">
            <a:spLocks noGrp="1"/>
          </p:cNvSpPr>
          <p:nvPr>
            <p:ph type="ctrTitle" idx="4294967295"/>
          </p:nvPr>
        </p:nvSpPr>
        <p:spPr>
          <a:xfrm>
            <a:off x="1089725" y="1970775"/>
            <a:ext cx="62691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52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</a:t>
            </a:r>
            <a:r>
              <a:rPr lang="fr" sz="5200" b="0" i="0" u="none" strike="noStrike" cap="non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questions ?</a:t>
            </a:r>
            <a:endParaRPr sz="5200" b="0" i="0" u="none" strike="noStrike" cap="non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88" name="Google Shape;18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2375" y="915775"/>
            <a:ext cx="797425" cy="83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</TotalTime>
  <Words>1297</Words>
  <Application>Microsoft Office PowerPoint</Application>
  <PresentationFormat>Affichage à l'écran (16:9)</PresentationFormat>
  <Paragraphs>333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16</vt:i4>
      </vt:variant>
    </vt:vector>
  </HeadingPairs>
  <TitlesOfParts>
    <vt:vector size="24" baseType="lpstr">
      <vt:lpstr>Inter Medium</vt:lpstr>
      <vt:lpstr>Inter</vt:lpstr>
      <vt:lpstr>Wingdings</vt:lpstr>
      <vt:lpstr>Calibri</vt:lpstr>
      <vt:lpstr>Arial</vt:lpstr>
      <vt:lpstr>Inter SemiBold</vt:lpstr>
      <vt:lpstr>Simple Light</vt:lpstr>
      <vt:lpstr>1_Simple Light</vt:lpstr>
      <vt:lpstr>Optimisation du mix énergétique</vt:lpstr>
      <vt:lpstr>Group members</vt:lpstr>
      <vt:lpstr>Pitch</vt:lpstr>
      <vt:lpstr>Contexte et problématique</vt:lpstr>
      <vt:lpstr>Process et pipeline data</vt:lpstr>
      <vt:lpstr>Synthèse analyse descriptive</vt:lpstr>
      <vt:lpstr>Synthèse analyse descriptive</vt:lpstr>
      <vt:lpstr>Synthèse analyse descriptive</vt:lpstr>
      <vt:lpstr>Résultats du modèle</vt:lpstr>
      <vt:lpstr>Valeur ajoutée et perspectives</vt:lpstr>
      <vt:lpstr>Annexes</vt:lpstr>
      <vt:lpstr>Ressourses projet</vt:lpstr>
      <vt:lpstr>Sources de données</vt:lpstr>
      <vt:lpstr>Méthodologie projet (tâches et cadencement)</vt:lpstr>
      <vt:lpstr>Méthodologie projet (tâches et cadencement)</vt:lpstr>
      <vt:lpstr>Des questions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Jyv</dc:creator>
  <cp:lastModifiedBy>Jean-Yves Vuillequez</cp:lastModifiedBy>
  <cp:revision>2</cp:revision>
  <dcterms:modified xsi:type="dcterms:W3CDTF">2025-11-20T16:50:20Z</dcterms:modified>
</cp:coreProperties>
</file>